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ooper BT Bold" charset="1" panose="0208080404030B020404"/>
      <p:regular r:id="rId17"/>
    </p:embeddedFont>
    <p:embeddedFont>
      <p:font typeface="Nunito Semi-Bold" charset="1" panose="00000000000000000000"/>
      <p:regular r:id="rId18"/>
    </p:embeddedFont>
    <p:embeddedFont>
      <p:font typeface="Cooper BT Heavy" charset="1" panose="0208090404030B020404"/>
      <p:regular r:id="rId19"/>
    </p:embeddedFont>
    <p:embeddedFont>
      <p:font typeface="Nunito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TextBox 2" id="2"/>
          <p:cNvSpPr txBox="true"/>
          <p:nvPr/>
        </p:nvSpPr>
        <p:spPr>
          <a:xfrm rot="0">
            <a:off x="4152492" y="2705041"/>
            <a:ext cx="9983017" cy="3780156"/>
          </a:xfrm>
          <a:prstGeom prst="rect">
            <a:avLst/>
          </a:prstGeom>
        </p:spPr>
        <p:txBody>
          <a:bodyPr anchor="t" rtlCol="false" tIns="0" lIns="0" bIns="0" rIns="0">
            <a:spAutoFit/>
          </a:bodyPr>
          <a:lstStyle/>
          <a:p>
            <a:pPr algn="ctr">
              <a:lnSpc>
                <a:spcPts val="14220"/>
              </a:lnSpc>
            </a:pPr>
            <a:r>
              <a:rPr lang="en-US" sz="15800" b="true">
                <a:solidFill>
                  <a:srgbClr val="689858"/>
                </a:solidFill>
                <a:latin typeface="Cooper BT Bold"/>
                <a:ea typeface="Cooper BT Bold"/>
                <a:cs typeface="Cooper BT Bold"/>
                <a:sym typeface="Cooper BT Bold"/>
              </a:rPr>
              <a:t>Research </a:t>
            </a:r>
            <a:r>
              <a:rPr lang="en-US" b="true" sz="15800">
                <a:solidFill>
                  <a:srgbClr val="689858"/>
                </a:solidFill>
                <a:latin typeface="Cooper BT Bold"/>
                <a:ea typeface="Cooper BT Bold"/>
                <a:cs typeface="Cooper BT Bold"/>
                <a:sym typeface="Cooper BT Bold"/>
              </a:rPr>
              <a:t>Project</a:t>
            </a:r>
          </a:p>
        </p:txBody>
      </p:sp>
      <p:grpSp>
        <p:nvGrpSpPr>
          <p:cNvPr name="Group 3" id="3"/>
          <p:cNvGrpSpPr/>
          <p:nvPr/>
        </p:nvGrpSpPr>
        <p:grpSpPr>
          <a:xfrm rot="0">
            <a:off x="5328193" y="6876179"/>
            <a:ext cx="7631614" cy="1134405"/>
            <a:chOff x="0" y="0"/>
            <a:chExt cx="2156135" cy="320500"/>
          </a:xfrm>
        </p:grpSpPr>
        <p:sp>
          <p:nvSpPr>
            <p:cNvPr name="Freeform 4" id="4"/>
            <p:cNvSpPr/>
            <p:nvPr/>
          </p:nvSpPr>
          <p:spPr>
            <a:xfrm flipH="false" flipV="false" rot="0">
              <a:off x="0" y="0"/>
              <a:ext cx="2156135" cy="320500"/>
            </a:xfrm>
            <a:custGeom>
              <a:avLst/>
              <a:gdLst/>
              <a:ahLst/>
              <a:cxnLst/>
              <a:rect r="r" b="b" t="t" l="l"/>
              <a:pathLst>
                <a:path h="320500" w="2156135">
                  <a:moveTo>
                    <a:pt x="101445" y="0"/>
                  </a:moveTo>
                  <a:lnTo>
                    <a:pt x="2054690" y="0"/>
                  </a:lnTo>
                  <a:cubicBezTo>
                    <a:pt x="2081594" y="0"/>
                    <a:pt x="2107398" y="10688"/>
                    <a:pt x="2126422" y="29713"/>
                  </a:cubicBezTo>
                  <a:cubicBezTo>
                    <a:pt x="2145447" y="48737"/>
                    <a:pt x="2156135" y="74540"/>
                    <a:pt x="2156135" y="101445"/>
                  </a:cubicBezTo>
                  <a:lnTo>
                    <a:pt x="2156135" y="219054"/>
                  </a:lnTo>
                  <a:cubicBezTo>
                    <a:pt x="2156135" y="245959"/>
                    <a:pt x="2145447" y="271762"/>
                    <a:pt x="2126422" y="290787"/>
                  </a:cubicBezTo>
                  <a:cubicBezTo>
                    <a:pt x="2107398" y="309812"/>
                    <a:pt x="2081594" y="320500"/>
                    <a:pt x="2054690" y="320500"/>
                  </a:cubicBezTo>
                  <a:lnTo>
                    <a:pt x="101445" y="320500"/>
                  </a:lnTo>
                  <a:cubicBezTo>
                    <a:pt x="74540" y="320500"/>
                    <a:pt x="48737" y="309812"/>
                    <a:pt x="29713" y="290787"/>
                  </a:cubicBezTo>
                  <a:cubicBezTo>
                    <a:pt x="10688" y="271762"/>
                    <a:pt x="0" y="245959"/>
                    <a:pt x="0" y="219054"/>
                  </a:cubicBezTo>
                  <a:lnTo>
                    <a:pt x="0" y="101445"/>
                  </a:lnTo>
                  <a:cubicBezTo>
                    <a:pt x="0" y="74540"/>
                    <a:pt x="10688" y="48737"/>
                    <a:pt x="29713" y="29713"/>
                  </a:cubicBezTo>
                  <a:cubicBezTo>
                    <a:pt x="48737" y="10688"/>
                    <a:pt x="74540" y="0"/>
                    <a:pt x="101445" y="0"/>
                  </a:cubicBezTo>
                  <a:close/>
                </a:path>
              </a:pathLst>
            </a:custGeom>
            <a:solidFill>
              <a:srgbClr val="689858"/>
            </a:solidFill>
            <a:ln cap="rnd">
              <a:noFill/>
              <a:prstDash val="solid"/>
              <a:round/>
            </a:ln>
          </p:spPr>
        </p:sp>
        <p:sp>
          <p:nvSpPr>
            <p:cNvPr name="TextBox 5" id="5"/>
            <p:cNvSpPr txBox="true"/>
            <p:nvPr/>
          </p:nvSpPr>
          <p:spPr>
            <a:xfrm>
              <a:off x="0" y="-38100"/>
              <a:ext cx="2156135" cy="358600"/>
            </a:xfrm>
            <a:prstGeom prst="rect">
              <a:avLst/>
            </a:prstGeom>
          </p:spPr>
          <p:txBody>
            <a:bodyPr anchor="ctr" rtlCol="false" tIns="0" lIns="0" bIns="0" rIns="0"/>
            <a:lstStyle/>
            <a:p>
              <a:pPr algn="ctr">
                <a:lnSpc>
                  <a:spcPts val="2659"/>
                </a:lnSpc>
                <a:spcBef>
                  <a:spcPct val="0"/>
                </a:spcBef>
              </a:pPr>
            </a:p>
          </p:txBody>
        </p:sp>
      </p:grpSp>
      <p:sp>
        <p:nvSpPr>
          <p:cNvPr name="Freeform 6" id="6"/>
          <p:cNvSpPr/>
          <p:nvPr/>
        </p:nvSpPr>
        <p:spPr>
          <a:xfrm flipH="true" flipV="true" rot="0">
            <a:off x="13111391" y="4718263"/>
            <a:ext cx="6035826" cy="6263593"/>
          </a:xfrm>
          <a:custGeom>
            <a:avLst/>
            <a:gdLst/>
            <a:ahLst/>
            <a:cxnLst/>
            <a:rect r="r" b="b" t="t" l="l"/>
            <a:pathLst>
              <a:path h="6263593" w="6035826">
                <a:moveTo>
                  <a:pt x="6035826" y="6263593"/>
                </a:moveTo>
                <a:lnTo>
                  <a:pt x="0" y="6263593"/>
                </a:lnTo>
                <a:lnTo>
                  <a:pt x="0" y="0"/>
                </a:lnTo>
                <a:lnTo>
                  <a:pt x="6035826" y="0"/>
                </a:lnTo>
                <a:lnTo>
                  <a:pt x="6035826" y="626359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543" y="-710121"/>
            <a:ext cx="6035826" cy="6263593"/>
          </a:xfrm>
          <a:custGeom>
            <a:avLst/>
            <a:gdLst/>
            <a:ahLst/>
            <a:cxnLst/>
            <a:rect r="r" b="b" t="t" l="l"/>
            <a:pathLst>
              <a:path h="6263593" w="6035826">
                <a:moveTo>
                  <a:pt x="0" y="0"/>
                </a:moveTo>
                <a:lnTo>
                  <a:pt x="6035826" y="0"/>
                </a:lnTo>
                <a:lnTo>
                  <a:pt x="6035826" y="6263593"/>
                </a:lnTo>
                <a:lnTo>
                  <a:pt x="0" y="6263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138151">
            <a:off x="1268168" y="5021807"/>
            <a:ext cx="3329247" cy="4114800"/>
          </a:xfrm>
          <a:custGeom>
            <a:avLst/>
            <a:gdLst/>
            <a:ahLst/>
            <a:cxnLst/>
            <a:rect r="r" b="b" t="t" l="l"/>
            <a:pathLst>
              <a:path h="4114800" w="3329247">
                <a:moveTo>
                  <a:pt x="0" y="0"/>
                </a:moveTo>
                <a:lnTo>
                  <a:pt x="3329247" y="0"/>
                </a:lnTo>
                <a:lnTo>
                  <a:pt x="332924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8753099">
            <a:off x="6406962" y="8529902"/>
            <a:ext cx="2692064" cy="2535435"/>
          </a:xfrm>
          <a:custGeom>
            <a:avLst/>
            <a:gdLst/>
            <a:ahLst/>
            <a:cxnLst/>
            <a:rect r="r" b="b" t="t" l="l"/>
            <a:pathLst>
              <a:path h="2535435" w="2692064">
                <a:moveTo>
                  <a:pt x="0" y="0"/>
                </a:moveTo>
                <a:lnTo>
                  <a:pt x="2692064" y="0"/>
                </a:lnTo>
                <a:lnTo>
                  <a:pt x="2692064" y="2535436"/>
                </a:lnTo>
                <a:lnTo>
                  <a:pt x="0" y="25354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578399" y="-788708"/>
            <a:ext cx="3029276" cy="2853027"/>
          </a:xfrm>
          <a:custGeom>
            <a:avLst/>
            <a:gdLst/>
            <a:ahLst/>
            <a:cxnLst/>
            <a:rect r="r" b="b" t="t" l="l"/>
            <a:pathLst>
              <a:path h="2853027" w="3029276">
                <a:moveTo>
                  <a:pt x="0" y="0"/>
                </a:moveTo>
                <a:lnTo>
                  <a:pt x="3029276" y="0"/>
                </a:lnTo>
                <a:lnTo>
                  <a:pt x="3029276" y="2853027"/>
                </a:lnTo>
                <a:lnTo>
                  <a:pt x="0" y="28530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950682">
            <a:off x="14737966" y="2769881"/>
            <a:ext cx="1997548" cy="4114800"/>
          </a:xfrm>
          <a:custGeom>
            <a:avLst/>
            <a:gdLst/>
            <a:ahLst/>
            <a:cxnLst/>
            <a:rect r="r" b="b" t="t" l="l"/>
            <a:pathLst>
              <a:path h="4114800" w="1997548">
                <a:moveTo>
                  <a:pt x="0" y="0"/>
                </a:moveTo>
                <a:lnTo>
                  <a:pt x="1997548" y="0"/>
                </a:lnTo>
                <a:lnTo>
                  <a:pt x="199754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891146">
            <a:off x="1602348" y="792829"/>
            <a:ext cx="1234501" cy="2542980"/>
          </a:xfrm>
          <a:custGeom>
            <a:avLst/>
            <a:gdLst/>
            <a:ahLst/>
            <a:cxnLst/>
            <a:rect r="r" b="b" t="t" l="l"/>
            <a:pathLst>
              <a:path h="2542980" w="1234501">
                <a:moveTo>
                  <a:pt x="0" y="0"/>
                </a:moveTo>
                <a:lnTo>
                  <a:pt x="1234501" y="0"/>
                </a:lnTo>
                <a:lnTo>
                  <a:pt x="1234501" y="2542980"/>
                </a:lnTo>
                <a:lnTo>
                  <a:pt x="0" y="25429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5851725" y="7155139"/>
            <a:ext cx="6584551" cy="519335"/>
          </a:xfrm>
          <a:prstGeom prst="rect">
            <a:avLst/>
          </a:prstGeom>
        </p:spPr>
        <p:txBody>
          <a:bodyPr anchor="t" rtlCol="false" tIns="0" lIns="0" bIns="0" rIns="0">
            <a:spAutoFit/>
          </a:bodyPr>
          <a:lstStyle/>
          <a:p>
            <a:pPr algn="ctr">
              <a:lnSpc>
                <a:spcPts val="4271"/>
              </a:lnSpc>
            </a:pPr>
            <a:r>
              <a:rPr lang="en-US" b="true" sz="3050">
                <a:solidFill>
                  <a:srgbClr val="FFFFFF"/>
                </a:solidFill>
                <a:latin typeface="Nunito Semi-Bold"/>
                <a:ea typeface="Nunito Semi-Bold"/>
                <a:cs typeface="Nunito Semi-Bold"/>
                <a:sym typeface="Nunito Semi-Bold"/>
              </a:rPr>
              <a:t>Presented By : Borcelle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TextBox 2" id="2"/>
          <p:cNvSpPr txBox="true"/>
          <p:nvPr/>
        </p:nvSpPr>
        <p:spPr>
          <a:xfrm rot="0">
            <a:off x="4190443" y="1814447"/>
            <a:ext cx="9907115" cy="881819"/>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BACKGROUND</a:t>
            </a:r>
          </a:p>
        </p:txBody>
      </p:sp>
      <p:sp>
        <p:nvSpPr>
          <p:cNvPr name="TextBox 3" id="3"/>
          <p:cNvSpPr txBox="true"/>
          <p:nvPr/>
        </p:nvSpPr>
        <p:spPr>
          <a:xfrm rot="0">
            <a:off x="3575875" y="3212424"/>
            <a:ext cx="11136250" cy="30511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 Sed at nibh eu metus iaculis efficitur quis sit amet mi. Vestibulum auctor lobortis erat vel sollicitudin. Nulla egestas sed ex a porta. Integer interdum feugiat tortor id lobortis. Vivamus ante eros, pulvinar ac volutpat et, condimentum ac enim.</a:t>
            </a:r>
          </a:p>
        </p:txBody>
      </p:sp>
      <p:sp>
        <p:nvSpPr>
          <p:cNvPr name="TextBox 4" id="4"/>
          <p:cNvSpPr txBox="true"/>
          <p:nvPr/>
        </p:nvSpPr>
        <p:spPr>
          <a:xfrm rot="0">
            <a:off x="3943514" y="6980711"/>
            <a:ext cx="10400973"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a:t>
            </a:r>
          </a:p>
        </p:txBody>
      </p:sp>
      <p:sp>
        <p:nvSpPr>
          <p:cNvPr name="Freeform 5" id="5"/>
          <p:cNvSpPr/>
          <p:nvPr/>
        </p:nvSpPr>
        <p:spPr>
          <a:xfrm flipH="true" flipV="false" rot="0">
            <a:off x="13854246" y="-908487"/>
            <a:ext cx="5292971" cy="5492706"/>
          </a:xfrm>
          <a:custGeom>
            <a:avLst/>
            <a:gdLst/>
            <a:ahLst/>
            <a:cxnLst/>
            <a:rect r="r" b="b" t="t" l="l"/>
            <a:pathLst>
              <a:path h="5492706" w="5292971">
                <a:moveTo>
                  <a:pt x="5292971" y="0"/>
                </a:moveTo>
                <a:lnTo>
                  <a:pt x="0" y="0"/>
                </a:lnTo>
                <a:lnTo>
                  <a:pt x="0" y="5492705"/>
                </a:lnTo>
                <a:lnTo>
                  <a:pt x="5292971" y="5492705"/>
                </a:lnTo>
                <a:lnTo>
                  <a:pt x="52929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828880" y="5677158"/>
            <a:ext cx="5215370" cy="5412177"/>
          </a:xfrm>
          <a:custGeom>
            <a:avLst/>
            <a:gdLst/>
            <a:ahLst/>
            <a:cxnLst/>
            <a:rect r="r" b="b" t="t" l="l"/>
            <a:pathLst>
              <a:path h="5412177" w="5215370">
                <a:moveTo>
                  <a:pt x="0" y="5412177"/>
                </a:moveTo>
                <a:lnTo>
                  <a:pt x="5215371" y="5412177"/>
                </a:lnTo>
                <a:lnTo>
                  <a:pt x="5215371" y="0"/>
                </a:lnTo>
                <a:lnTo>
                  <a:pt x="0" y="0"/>
                </a:lnTo>
                <a:lnTo>
                  <a:pt x="0" y="541217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68542">
            <a:off x="13170250" y="7913429"/>
            <a:ext cx="3954017" cy="2473058"/>
          </a:xfrm>
          <a:custGeom>
            <a:avLst/>
            <a:gdLst/>
            <a:ahLst/>
            <a:cxnLst/>
            <a:rect r="r" b="b" t="t" l="l"/>
            <a:pathLst>
              <a:path h="2473058" w="3954017">
                <a:moveTo>
                  <a:pt x="0" y="0"/>
                </a:moveTo>
                <a:lnTo>
                  <a:pt x="3954017" y="0"/>
                </a:lnTo>
                <a:lnTo>
                  <a:pt x="3954017" y="2473058"/>
                </a:lnTo>
                <a:lnTo>
                  <a:pt x="0" y="24730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45208" y="531533"/>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26944">
            <a:off x="1232158" y="5850553"/>
            <a:ext cx="1707714" cy="3517762"/>
          </a:xfrm>
          <a:custGeom>
            <a:avLst/>
            <a:gdLst/>
            <a:ahLst/>
            <a:cxnLst/>
            <a:rect r="r" b="b" t="t" l="l"/>
            <a:pathLst>
              <a:path h="3517762" w="1707714">
                <a:moveTo>
                  <a:pt x="0" y="0"/>
                </a:moveTo>
                <a:lnTo>
                  <a:pt x="1707714" y="0"/>
                </a:lnTo>
                <a:lnTo>
                  <a:pt x="1707714" y="3517763"/>
                </a:lnTo>
                <a:lnTo>
                  <a:pt x="0" y="3517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373583">
            <a:off x="15591678" y="989952"/>
            <a:ext cx="3143525" cy="3885255"/>
          </a:xfrm>
          <a:custGeom>
            <a:avLst/>
            <a:gdLst/>
            <a:ahLst/>
            <a:cxnLst/>
            <a:rect r="r" b="b" t="t" l="l"/>
            <a:pathLst>
              <a:path h="3885255" w="3143525">
                <a:moveTo>
                  <a:pt x="0" y="0"/>
                </a:moveTo>
                <a:lnTo>
                  <a:pt x="3143524" y="0"/>
                </a:lnTo>
                <a:lnTo>
                  <a:pt x="3143524" y="3885255"/>
                </a:lnTo>
                <a:lnTo>
                  <a:pt x="0" y="38852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grpSp>
        <p:nvGrpSpPr>
          <p:cNvPr name="Group 2" id="2"/>
          <p:cNvGrpSpPr/>
          <p:nvPr/>
        </p:nvGrpSpPr>
        <p:grpSpPr>
          <a:xfrm rot="0">
            <a:off x="6381281" y="5539363"/>
            <a:ext cx="5525438" cy="949440"/>
            <a:chOff x="0" y="0"/>
            <a:chExt cx="1622523" cy="278799"/>
          </a:xfrm>
        </p:grpSpPr>
        <p:sp>
          <p:nvSpPr>
            <p:cNvPr name="Freeform 3" id="3"/>
            <p:cNvSpPr/>
            <p:nvPr/>
          </p:nvSpPr>
          <p:spPr>
            <a:xfrm flipH="false" flipV="false" rot="0">
              <a:off x="0" y="0"/>
              <a:ext cx="1622523" cy="278799"/>
            </a:xfrm>
            <a:custGeom>
              <a:avLst/>
              <a:gdLst/>
              <a:ahLst/>
              <a:cxnLst/>
              <a:rect r="r" b="b" t="t" l="l"/>
              <a:pathLst>
                <a:path h="278799" w="1622523">
                  <a:moveTo>
                    <a:pt x="139400" y="0"/>
                  </a:moveTo>
                  <a:lnTo>
                    <a:pt x="1483123" y="0"/>
                  </a:lnTo>
                  <a:cubicBezTo>
                    <a:pt x="1560112" y="0"/>
                    <a:pt x="1622523" y="62411"/>
                    <a:pt x="1622523" y="139400"/>
                  </a:cubicBezTo>
                  <a:lnTo>
                    <a:pt x="1622523" y="139400"/>
                  </a:lnTo>
                  <a:cubicBezTo>
                    <a:pt x="1622523" y="216388"/>
                    <a:pt x="1560112" y="278799"/>
                    <a:pt x="1483123" y="278799"/>
                  </a:cubicBezTo>
                  <a:lnTo>
                    <a:pt x="139400" y="278799"/>
                  </a:lnTo>
                  <a:cubicBezTo>
                    <a:pt x="62411" y="278799"/>
                    <a:pt x="0" y="216388"/>
                    <a:pt x="0" y="139400"/>
                  </a:cubicBezTo>
                  <a:lnTo>
                    <a:pt x="0" y="139400"/>
                  </a:lnTo>
                  <a:cubicBezTo>
                    <a:pt x="0" y="62411"/>
                    <a:pt x="62411" y="0"/>
                    <a:pt x="139400" y="0"/>
                  </a:cubicBezTo>
                  <a:close/>
                </a:path>
              </a:pathLst>
            </a:custGeom>
            <a:solidFill>
              <a:srgbClr val="689858"/>
            </a:solidFill>
          </p:spPr>
        </p:sp>
        <p:sp>
          <p:nvSpPr>
            <p:cNvPr name="TextBox 4" id="4"/>
            <p:cNvSpPr txBox="true"/>
            <p:nvPr/>
          </p:nvSpPr>
          <p:spPr>
            <a:xfrm>
              <a:off x="0" y="-38100"/>
              <a:ext cx="1622523" cy="31689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11321" y="3167546"/>
            <a:ext cx="12665357" cy="1736576"/>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 Sed at nibh eu metus iaculis efficitur quis sit amet mi. Vestibulum auctor lobortis erat vel sollicitudin. </a:t>
            </a:r>
          </a:p>
        </p:txBody>
      </p:sp>
      <p:sp>
        <p:nvSpPr>
          <p:cNvPr name="TextBox 6" id="6"/>
          <p:cNvSpPr txBox="true"/>
          <p:nvPr/>
        </p:nvSpPr>
        <p:spPr>
          <a:xfrm rot="0">
            <a:off x="2811321" y="6769846"/>
            <a:ext cx="12665357" cy="1736576"/>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 Sed at nibh eu metus iaculis efficitur quis sit amet mi. Vestibulum auctor lobortis erat vel sollicitudin.</a:t>
            </a:r>
          </a:p>
        </p:txBody>
      </p:sp>
      <p:sp>
        <p:nvSpPr>
          <p:cNvPr name="TextBox 7" id="7"/>
          <p:cNvSpPr txBox="true"/>
          <p:nvPr/>
        </p:nvSpPr>
        <p:spPr>
          <a:xfrm rot="0">
            <a:off x="2038069" y="1814447"/>
            <a:ext cx="14211863" cy="881819"/>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 RESE</a:t>
            </a:r>
            <a:r>
              <a:rPr lang="en-US" sz="6500" spc="188">
                <a:solidFill>
                  <a:srgbClr val="689858"/>
                </a:solidFill>
                <a:latin typeface="Cooper BT Heavy"/>
                <a:ea typeface="Cooper BT Heavy"/>
                <a:cs typeface="Cooper BT Heavy"/>
                <a:sym typeface="Cooper BT Heavy"/>
              </a:rPr>
              <a:t>ARCH PROBLEM</a:t>
            </a:r>
          </a:p>
        </p:txBody>
      </p:sp>
      <p:sp>
        <p:nvSpPr>
          <p:cNvPr name="Freeform 8" id="8"/>
          <p:cNvSpPr/>
          <p:nvPr/>
        </p:nvSpPr>
        <p:spPr>
          <a:xfrm flipH="true" flipV="true" rot="0">
            <a:off x="14946208" y="4607011"/>
            <a:ext cx="6035826" cy="6263593"/>
          </a:xfrm>
          <a:custGeom>
            <a:avLst/>
            <a:gdLst/>
            <a:ahLst/>
            <a:cxnLst/>
            <a:rect r="r" b="b" t="t" l="l"/>
            <a:pathLst>
              <a:path h="6263593" w="6035826">
                <a:moveTo>
                  <a:pt x="6035826" y="6263594"/>
                </a:moveTo>
                <a:lnTo>
                  <a:pt x="0" y="6263594"/>
                </a:lnTo>
                <a:lnTo>
                  <a:pt x="0" y="0"/>
                </a:lnTo>
                <a:lnTo>
                  <a:pt x="6035826" y="0"/>
                </a:lnTo>
                <a:lnTo>
                  <a:pt x="6035826" y="626359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586379" y="-436835"/>
            <a:ext cx="6035826" cy="6263593"/>
          </a:xfrm>
          <a:custGeom>
            <a:avLst/>
            <a:gdLst/>
            <a:ahLst/>
            <a:cxnLst/>
            <a:rect r="r" b="b" t="t" l="l"/>
            <a:pathLst>
              <a:path h="6263593" w="6035826">
                <a:moveTo>
                  <a:pt x="0" y="0"/>
                </a:moveTo>
                <a:lnTo>
                  <a:pt x="6035826" y="0"/>
                </a:lnTo>
                <a:lnTo>
                  <a:pt x="6035826" y="6263593"/>
                </a:lnTo>
                <a:lnTo>
                  <a:pt x="0" y="6263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77028" y="8140770"/>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5806386" y="359038"/>
            <a:ext cx="2481614" cy="2337229"/>
          </a:xfrm>
          <a:custGeom>
            <a:avLst/>
            <a:gdLst/>
            <a:ahLst/>
            <a:cxnLst/>
            <a:rect r="r" b="b" t="t" l="l"/>
            <a:pathLst>
              <a:path h="2337229" w="2481614">
                <a:moveTo>
                  <a:pt x="0" y="0"/>
                </a:moveTo>
                <a:lnTo>
                  <a:pt x="2481614" y="0"/>
                </a:lnTo>
                <a:lnTo>
                  <a:pt x="2481614" y="2337228"/>
                </a:lnTo>
                <a:lnTo>
                  <a:pt x="0" y="23372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476679" y="6050596"/>
            <a:ext cx="3143525" cy="3885255"/>
          </a:xfrm>
          <a:custGeom>
            <a:avLst/>
            <a:gdLst/>
            <a:ahLst/>
            <a:cxnLst/>
            <a:rect r="r" b="b" t="t" l="l"/>
            <a:pathLst>
              <a:path h="3885255" w="3143525">
                <a:moveTo>
                  <a:pt x="0" y="0"/>
                </a:moveTo>
                <a:lnTo>
                  <a:pt x="3143524" y="0"/>
                </a:lnTo>
                <a:lnTo>
                  <a:pt x="3143524" y="3885256"/>
                </a:lnTo>
                <a:lnTo>
                  <a:pt x="0" y="38852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431534" y="568765"/>
            <a:ext cx="2348049" cy="2902083"/>
          </a:xfrm>
          <a:custGeom>
            <a:avLst/>
            <a:gdLst/>
            <a:ahLst/>
            <a:cxnLst/>
            <a:rect r="r" b="b" t="t" l="l"/>
            <a:pathLst>
              <a:path h="2902083" w="2348049">
                <a:moveTo>
                  <a:pt x="0" y="0"/>
                </a:moveTo>
                <a:lnTo>
                  <a:pt x="2348048" y="0"/>
                </a:lnTo>
                <a:lnTo>
                  <a:pt x="2348048" y="2902083"/>
                </a:lnTo>
                <a:lnTo>
                  <a:pt x="0" y="2902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6063742" y="5779133"/>
            <a:ext cx="6160517" cy="495300"/>
          </a:xfrm>
          <a:prstGeom prst="rect">
            <a:avLst/>
          </a:prstGeom>
        </p:spPr>
        <p:txBody>
          <a:bodyPr anchor="t" rtlCol="false" tIns="0" lIns="0" bIns="0" rIns="0">
            <a:spAutoFit/>
          </a:bodyPr>
          <a:lstStyle/>
          <a:p>
            <a:pPr algn="ctr">
              <a:lnSpc>
                <a:spcPts val="4199"/>
              </a:lnSpc>
            </a:pPr>
            <a:r>
              <a:rPr lang="en-US" b="true" sz="2999">
                <a:solidFill>
                  <a:srgbClr val="FFFFFF"/>
                </a:solidFill>
                <a:latin typeface="Nunito Bold"/>
                <a:ea typeface="Nunito Bold"/>
                <a:cs typeface="Nunito Bold"/>
                <a:sym typeface="Nunito Bold"/>
              </a:rPr>
              <a:t>Main Problem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TextBox 2" id="2"/>
          <p:cNvSpPr txBox="true"/>
          <p:nvPr/>
        </p:nvSpPr>
        <p:spPr>
          <a:xfrm rot="0">
            <a:off x="2950074" y="1549603"/>
            <a:ext cx="12387851" cy="882650"/>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RESEARCH OBJECTIVES</a:t>
            </a:r>
          </a:p>
        </p:txBody>
      </p:sp>
      <p:grpSp>
        <p:nvGrpSpPr>
          <p:cNvPr name="Group 3" id="3"/>
          <p:cNvGrpSpPr/>
          <p:nvPr/>
        </p:nvGrpSpPr>
        <p:grpSpPr>
          <a:xfrm rot="0">
            <a:off x="6381281" y="3155668"/>
            <a:ext cx="5525438" cy="949440"/>
            <a:chOff x="0" y="0"/>
            <a:chExt cx="1622523" cy="278799"/>
          </a:xfrm>
        </p:grpSpPr>
        <p:sp>
          <p:nvSpPr>
            <p:cNvPr name="Freeform 4" id="4"/>
            <p:cNvSpPr/>
            <p:nvPr/>
          </p:nvSpPr>
          <p:spPr>
            <a:xfrm flipH="false" flipV="false" rot="0">
              <a:off x="0" y="0"/>
              <a:ext cx="1622523" cy="278799"/>
            </a:xfrm>
            <a:custGeom>
              <a:avLst/>
              <a:gdLst/>
              <a:ahLst/>
              <a:cxnLst/>
              <a:rect r="r" b="b" t="t" l="l"/>
              <a:pathLst>
                <a:path h="278799" w="1622523">
                  <a:moveTo>
                    <a:pt x="139400" y="0"/>
                  </a:moveTo>
                  <a:lnTo>
                    <a:pt x="1483123" y="0"/>
                  </a:lnTo>
                  <a:cubicBezTo>
                    <a:pt x="1560112" y="0"/>
                    <a:pt x="1622523" y="62411"/>
                    <a:pt x="1622523" y="139400"/>
                  </a:cubicBezTo>
                  <a:lnTo>
                    <a:pt x="1622523" y="139400"/>
                  </a:lnTo>
                  <a:cubicBezTo>
                    <a:pt x="1622523" y="216388"/>
                    <a:pt x="1560112" y="278799"/>
                    <a:pt x="1483123" y="278799"/>
                  </a:cubicBezTo>
                  <a:lnTo>
                    <a:pt x="139400" y="278799"/>
                  </a:lnTo>
                  <a:cubicBezTo>
                    <a:pt x="62411" y="278799"/>
                    <a:pt x="0" y="216388"/>
                    <a:pt x="0" y="139400"/>
                  </a:cubicBezTo>
                  <a:lnTo>
                    <a:pt x="0" y="139400"/>
                  </a:lnTo>
                  <a:cubicBezTo>
                    <a:pt x="0" y="62411"/>
                    <a:pt x="62411" y="0"/>
                    <a:pt x="139400" y="0"/>
                  </a:cubicBezTo>
                  <a:close/>
                </a:path>
              </a:pathLst>
            </a:custGeom>
            <a:solidFill>
              <a:srgbClr val="689858"/>
            </a:solidFill>
          </p:spPr>
        </p:sp>
        <p:sp>
          <p:nvSpPr>
            <p:cNvPr name="TextBox 5" id="5"/>
            <p:cNvSpPr txBox="true"/>
            <p:nvPr/>
          </p:nvSpPr>
          <p:spPr>
            <a:xfrm>
              <a:off x="0" y="-38100"/>
              <a:ext cx="1622523" cy="31689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381281" y="6061753"/>
            <a:ext cx="5525438" cy="949440"/>
            <a:chOff x="0" y="0"/>
            <a:chExt cx="1622523" cy="278799"/>
          </a:xfrm>
        </p:grpSpPr>
        <p:sp>
          <p:nvSpPr>
            <p:cNvPr name="Freeform 7" id="7"/>
            <p:cNvSpPr/>
            <p:nvPr/>
          </p:nvSpPr>
          <p:spPr>
            <a:xfrm flipH="false" flipV="false" rot="0">
              <a:off x="0" y="0"/>
              <a:ext cx="1622523" cy="278799"/>
            </a:xfrm>
            <a:custGeom>
              <a:avLst/>
              <a:gdLst/>
              <a:ahLst/>
              <a:cxnLst/>
              <a:rect r="r" b="b" t="t" l="l"/>
              <a:pathLst>
                <a:path h="278799" w="1622523">
                  <a:moveTo>
                    <a:pt x="139400" y="0"/>
                  </a:moveTo>
                  <a:lnTo>
                    <a:pt x="1483123" y="0"/>
                  </a:lnTo>
                  <a:cubicBezTo>
                    <a:pt x="1560112" y="0"/>
                    <a:pt x="1622523" y="62411"/>
                    <a:pt x="1622523" y="139400"/>
                  </a:cubicBezTo>
                  <a:lnTo>
                    <a:pt x="1622523" y="139400"/>
                  </a:lnTo>
                  <a:cubicBezTo>
                    <a:pt x="1622523" y="216388"/>
                    <a:pt x="1560112" y="278799"/>
                    <a:pt x="1483123" y="278799"/>
                  </a:cubicBezTo>
                  <a:lnTo>
                    <a:pt x="139400" y="278799"/>
                  </a:lnTo>
                  <a:cubicBezTo>
                    <a:pt x="62411" y="278799"/>
                    <a:pt x="0" y="216388"/>
                    <a:pt x="0" y="139400"/>
                  </a:cubicBezTo>
                  <a:lnTo>
                    <a:pt x="0" y="139400"/>
                  </a:lnTo>
                  <a:cubicBezTo>
                    <a:pt x="0" y="62411"/>
                    <a:pt x="62411" y="0"/>
                    <a:pt x="139400" y="0"/>
                  </a:cubicBezTo>
                  <a:close/>
                </a:path>
              </a:pathLst>
            </a:custGeom>
            <a:solidFill>
              <a:srgbClr val="689858"/>
            </a:solidFill>
          </p:spPr>
        </p:sp>
        <p:sp>
          <p:nvSpPr>
            <p:cNvPr name="TextBox 8" id="8"/>
            <p:cNvSpPr txBox="true"/>
            <p:nvPr/>
          </p:nvSpPr>
          <p:spPr>
            <a:xfrm>
              <a:off x="0" y="-38100"/>
              <a:ext cx="1622523" cy="31689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359414" y="4356929"/>
            <a:ext cx="11569172"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a:t>
            </a:r>
          </a:p>
        </p:txBody>
      </p:sp>
      <p:sp>
        <p:nvSpPr>
          <p:cNvPr name="TextBox 10" id="10"/>
          <p:cNvSpPr txBox="true"/>
          <p:nvPr/>
        </p:nvSpPr>
        <p:spPr>
          <a:xfrm rot="0">
            <a:off x="3359414" y="7263014"/>
            <a:ext cx="11569172"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a:t>
            </a:r>
          </a:p>
        </p:txBody>
      </p:sp>
      <p:sp>
        <p:nvSpPr>
          <p:cNvPr name="Freeform 11" id="11"/>
          <p:cNvSpPr/>
          <p:nvPr/>
        </p:nvSpPr>
        <p:spPr>
          <a:xfrm flipH="true" flipV="false" rot="0">
            <a:off x="14928586" y="0"/>
            <a:ext cx="5292971" cy="5492706"/>
          </a:xfrm>
          <a:custGeom>
            <a:avLst/>
            <a:gdLst/>
            <a:ahLst/>
            <a:cxnLst/>
            <a:rect r="r" b="b" t="t" l="l"/>
            <a:pathLst>
              <a:path h="5492706" w="5292971">
                <a:moveTo>
                  <a:pt x="5292971" y="0"/>
                </a:moveTo>
                <a:lnTo>
                  <a:pt x="0" y="0"/>
                </a:lnTo>
                <a:lnTo>
                  <a:pt x="0" y="5492706"/>
                </a:lnTo>
                <a:lnTo>
                  <a:pt x="5292971" y="5492706"/>
                </a:lnTo>
                <a:lnTo>
                  <a:pt x="52929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true" rot="0">
            <a:off x="-1578985" y="4874823"/>
            <a:ext cx="5215370" cy="5412177"/>
          </a:xfrm>
          <a:custGeom>
            <a:avLst/>
            <a:gdLst/>
            <a:ahLst/>
            <a:cxnLst/>
            <a:rect r="r" b="b" t="t" l="l"/>
            <a:pathLst>
              <a:path h="5412177" w="5215370">
                <a:moveTo>
                  <a:pt x="0" y="5412177"/>
                </a:moveTo>
                <a:lnTo>
                  <a:pt x="5215370" y="5412177"/>
                </a:lnTo>
                <a:lnTo>
                  <a:pt x="5215370" y="0"/>
                </a:lnTo>
                <a:lnTo>
                  <a:pt x="0" y="0"/>
                </a:lnTo>
                <a:lnTo>
                  <a:pt x="0" y="541217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279861">
            <a:off x="-106107" y="550911"/>
            <a:ext cx="3143525" cy="3885255"/>
          </a:xfrm>
          <a:custGeom>
            <a:avLst/>
            <a:gdLst/>
            <a:ahLst/>
            <a:cxnLst/>
            <a:rect r="r" b="b" t="t" l="l"/>
            <a:pathLst>
              <a:path h="3885255" w="3143525">
                <a:moveTo>
                  <a:pt x="0" y="0"/>
                </a:moveTo>
                <a:lnTo>
                  <a:pt x="3143525" y="0"/>
                </a:lnTo>
                <a:lnTo>
                  <a:pt x="3143525" y="3885256"/>
                </a:lnTo>
                <a:lnTo>
                  <a:pt x="0" y="3885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5666976" y="7580912"/>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2687170" y="9199084"/>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1686702">
            <a:off x="16193276" y="2573099"/>
            <a:ext cx="1234501" cy="2542980"/>
          </a:xfrm>
          <a:custGeom>
            <a:avLst/>
            <a:gdLst/>
            <a:ahLst/>
            <a:cxnLst/>
            <a:rect r="r" b="b" t="t" l="l"/>
            <a:pathLst>
              <a:path h="2542980" w="1234501">
                <a:moveTo>
                  <a:pt x="0" y="0"/>
                </a:moveTo>
                <a:lnTo>
                  <a:pt x="1234501" y="0"/>
                </a:lnTo>
                <a:lnTo>
                  <a:pt x="1234501" y="2542981"/>
                </a:lnTo>
                <a:lnTo>
                  <a:pt x="0" y="25429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6381281" y="3395438"/>
            <a:ext cx="5525438" cy="495300"/>
          </a:xfrm>
          <a:prstGeom prst="rect">
            <a:avLst/>
          </a:prstGeom>
        </p:spPr>
        <p:txBody>
          <a:bodyPr anchor="t" rtlCol="false" tIns="0" lIns="0" bIns="0" rIns="0">
            <a:spAutoFit/>
          </a:bodyPr>
          <a:lstStyle/>
          <a:p>
            <a:pPr algn="ctr">
              <a:lnSpc>
                <a:spcPts val="4199"/>
              </a:lnSpc>
            </a:pPr>
            <a:r>
              <a:rPr lang="en-US" sz="2999" b="true">
                <a:solidFill>
                  <a:srgbClr val="FFFFFF"/>
                </a:solidFill>
                <a:latin typeface="Nunito Bold"/>
                <a:ea typeface="Nunito Bold"/>
                <a:cs typeface="Nunito Bold"/>
                <a:sym typeface="Nunito Bold"/>
              </a:rPr>
              <a:t>Objective 1</a:t>
            </a:r>
          </a:p>
        </p:txBody>
      </p:sp>
      <p:sp>
        <p:nvSpPr>
          <p:cNvPr name="TextBox 18" id="18"/>
          <p:cNvSpPr txBox="true"/>
          <p:nvPr/>
        </p:nvSpPr>
        <p:spPr>
          <a:xfrm rot="0">
            <a:off x="6381281" y="6301523"/>
            <a:ext cx="5525438" cy="495300"/>
          </a:xfrm>
          <a:prstGeom prst="rect">
            <a:avLst/>
          </a:prstGeom>
        </p:spPr>
        <p:txBody>
          <a:bodyPr anchor="t" rtlCol="false" tIns="0" lIns="0" bIns="0" rIns="0">
            <a:spAutoFit/>
          </a:bodyPr>
          <a:lstStyle/>
          <a:p>
            <a:pPr algn="ctr">
              <a:lnSpc>
                <a:spcPts val="4199"/>
              </a:lnSpc>
            </a:pPr>
            <a:r>
              <a:rPr lang="en-US" sz="2999" b="true">
                <a:solidFill>
                  <a:srgbClr val="FFFFFF"/>
                </a:solidFill>
                <a:latin typeface="Nunito Bold"/>
                <a:ea typeface="Nunito Bold"/>
                <a:cs typeface="Nunito Bold"/>
                <a:sym typeface="Nunito Bold"/>
              </a:rPr>
              <a:t>Objective 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grpSp>
        <p:nvGrpSpPr>
          <p:cNvPr name="Group 2" id="2"/>
          <p:cNvGrpSpPr/>
          <p:nvPr/>
        </p:nvGrpSpPr>
        <p:grpSpPr>
          <a:xfrm rot="0">
            <a:off x="3393334" y="5020809"/>
            <a:ext cx="11501332" cy="1064226"/>
            <a:chOff x="0" y="0"/>
            <a:chExt cx="3013047" cy="278799"/>
          </a:xfrm>
        </p:grpSpPr>
        <p:sp>
          <p:nvSpPr>
            <p:cNvPr name="Freeform 3" id="3"/>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4" id="4"/>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393334" y="6323161"/>
            <a:ext cx="11501332" cy="1064226"/>
            <a:chOff x="0" y="0"/>
            <a:chExt cx="3013047" cy="278799"/>
          </a:xfrm>
        </p:grpSpPr>
        <p:sp>
          <p:nvSpPr>
            <p:cNvPr name="Freeform 6" id="6"/>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7" id="7"/>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845099" y="5236750"/>
            <a:ext cx="632346" cy="632346"/>
          </a:xfrm>
          <a:custGeom>
            <a:avLst/>
            <a:gdLst/>
            <a:ahLst/>
            <a:cxnLst/>
            <a:rect r="r" b="b" t="t" l="l"/>
            <a:pathLst>
              <a:path h="632346" w="632346">
                <a:moveTo>
                  <a:pt x="0" y="0"/>
                </a:moveTo>
                <a:lnTo>
                  <a:pt x="632345" y="0"/>
                </a:lnTo>
                <a:lnTo>
                  <a:pt x="632345" y="632345"/>
                </a:lnTo>
                <a:lnTo>
                  <a:pt x="0" y="632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845099" y="6539101"/>
            <a:ext cx="632346" cy="632346"/>
          </a:xfrm>
          <a:custGeom>
            <a:avLst/>
            <a:gdLst/>
            <a:ahLst/>
            <a:cxnLst/>
            <a:rect r="r" b="b" t="t" l="l"/>
            <a:pathLst>
              <a:path h="632346" w="632346">
                <a:moveTo>
                  <a:pt x="0" y="0"/>
                </a:moveTo>
                <a:lnTo>
                  <a:pt x="632345" y="0"/>
                </a:lnTo>
                <a:lnTo>
                  <a:pt x="632345" y="632346"/>
                </a:lnTo>
                <a:lnTo>
                  <a:pt x="0" y="632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328904" y="1848984"/>
            <a:ext cx="11630191" cy="882650"/>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RESEARCH QUESTIONS</a:t>
            </a:r>
          </a:p>
        </p:txBody>
      </p:sp>
      <p:sp>
        <p:nvSpPr>
          <p:cNvPr name="TextBox 11" id="11"/>
          <p:cNvSpPr txBox="true"/>
          <p:nvPr/>
        </p:nvSpPr>
        <p:spPr>
          <a:xfrm rot="0">
            <a:off x="3575875" y="3141209"/>
            <a:ext cx="11136250"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a:t>
            </a:r>
          </a:p>
        </p:txBody>
      </p:sp>
      <p:grpSp>
        <p:nvGrpSpPr>
          <p:cNvPr name="Group 12" id="12"/>
          <p:cNvGrpSpPr/>
          <p:nvPr/>
        </p:nvGrpSpPr>
        <p:grpSpPr>
          <a:xfrm rot="0">
            <a:off x="3393334" y="7625512"/>
            <a:ext cx="11501332" cy="1064226"/>
            <a:chOff x="0" y="0"/>
            <a:chExt cx="3013047" cy="278799"/>
          </a:xfrm>
        </p:grpSpPr>
        <p:sp>
          <p:nvSpPr>
            <p:cNvPr name="Freeform 13" id="13"/>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14" id="14"/>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3845099" y="7841453"/>
            <a:ext cx="632346" cy="632346"/>
          </a:xfrm>
          <a:custGeom>
            <a:avLst/>
            <a:gdLst/>
            <a:ahLst/>
            <a:cxnLst/>
            <a:rect r="r" b="b" t="t" l="l"/>
            <a:pathLst>
              <a:path h="632346" w="632346">
                <a:moveTo>
                  <a:pt x="0" y="0"/>
                </a:moveTo>
                <a:lnTo>
                  <a:pt x="632345" y="0"/>
                </a:lnTo>
                <a:lnTo>
                  <a:pt x="632345" y="632345"/>
                </a:lnTo>
                <a:lnTo>
                  <a:pt x="0" y="632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true" flipV="true" rot="0">
            <a:off x="14894666" y="4720472"/>
            <a:ext cx="5741094" cy="5957739"/>
          </a:xfrm>
          <a:custGeom>
            <a:avLst/>
            <a:gdLst/>
            <a:ahLst/>
            <a:cxnLst/>
            <a:rect r="r" b="b" t="t" l="l"/>
            <a:pathLst>
              <a:path h="5957739" w="5741094">
                <a:moveTo>
                  <a:pt x="5741094" y="5957739"/>
                </a:moveTo>
                <a:lnTo>
                  <a:pt x="0" y="5957739"/>
                </a:lnTo>
                <a:lnTo>
                  <a:pt x="0" y="0"/>
                </a:lnTo>
                <a:lnTo>
                  <a:pt x="5741094" y="0"/>
                </a:lnTo>
                <a:lnTo>
                  <a:pt x="5741094" y="595773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2190728" y="0"/>
            <a:ext cx="6035826" cy="6263593"/>
          </a:xfrm>
          <a:custGeom>
            <a:avLst/>
            <a:gdLst/>
            <a:ahLst/>
            <a:cxnLst/>
            <a:rect r="r" b="b" t="t" l="l"/>
            <a:pathLst>
              <a:path h="6263593" w="6035826">
                <a:moveTo>
                  <a:pt x="0" y="0"/>
                </a:moveTo>
                <a:lnTo>
                  <a:pt x="6035827" y="0"/>
                </a:lnTo>
                <a:lnTo>
                  <a:pt x="6035827" y="6263593"/>
                </a:lnTo>
                <a:lnTo>
                  <a:pt x="0" y="6263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6071198" y="9277724"/>
            <a:ext cx="1738667" cy="1637508"/>
          </a:xfrm>
          <a:custGeom>
            <a:avLst/>
            <a:gdLst/>
            <a:ahLst/>
            <a:cxnLst/>
            <a:rect r="r" b="b" t="t" l="l"/>
            <a:pathLst>
              <a:path h="1637508" w="1738667">
                <a:moveTo>
                  <a:pt x="0" y="0"/>
                </a:moveTo>
                <a:lnTo>
                  <a:pt x="1738667" y="0"/>
                </a:lnTo>
                <a:lnTo>
                  <a:pt x="1738667" y="1637508"/>
                </a:lnTo>
                <a:lnTo>
                  <a:pt x="0" y="16375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6490127" y="0"/>
            <a:ext cx="2550171" cy="2401798"/>
          </a:xfrm>
          <a:custGeom>
            <a:avLst/>
            <a:gdLst/>
            <a:ahLst/>
            <a:cxnLst/>
            <a:rect r="r" b="b" t="t" l="l"/>
            <a:pathLst>
              <a:path h="2401798" w="2550171">
                <a:moveTo>
                  <a:pt x="0" y="0"/>
                </a:moveTo>
                <a:lnTo>
                  <a:pt x="2550172" y="0"/>
                </a:lnTo>
                <a:lnTo>
                  <a:pt x="2550172" y="2401798"/>
                </a:lnTo>
                <a:lnTo>
                  <a:pt x="0" y="2401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850952">
            <a:off x="1566824" y="5404543"/>
            <a:ext cx="1841605" cy="3793569"/>
          </a:xfrm>
          <a:custGeom>
            <a:avLst/>
            <a:gdLst/>
            <a:ahLst/>
            <a:cxnLst/>
            <a:rect r="r" b="b" t="t" l="l"/>
            <a:pathLst>
              <a:path h="3793569" w="1841605">
                <a:moveTo>
                  <a:pt x="0" y="0"/>
                </a:moveTo>
                <a:lnTo>
                  <a:pt x="1841606" y="0"/>
                </a:lnTo>
                <a:lnTo>
                  <a:pt x="1841606" y="3793569"/>
                </a:lnTo>
                <a:lnTo>
                  <a:pt x="0" y="37935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1246653">
            <a:off x="14694306" y="5884456"/>
            <a:ext cx="3143525" cy="3885255"/>
          </a:xfrm>
          <a:custGeom>
            <a:avLst/>
            <a:gdLst/>
            <a:ahLst/>
            <a:cxnLst/>
            <a:rect r="r" b="b" t="t" l="l"/>
            <a:pathLst>
              <a:path h="3885255" w="3143525">
                <a:moveTo>
                  <a:pt x="0" y="0"/>
                </a:moveTo>
                <a:lnTo>
                  <a:pt x="3143525" y="0"/>
                </a:lnTo>
                <a:lnTo>
                  <a:pt x="3143525" y="3885256"/>
                </a:lnTo>
                <a:lnTo>
                  <a:pt x="0" y="38852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4711154" y="5286857"/>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
        <p:nvSpPr>
          <p:cNvPr name="TextBox 23" id="23"/>
          <p:cNvSpPr txBox="true"/>
          <p:nvPr/>
        </p:nvSpPr>
        <p:spPr>
          <a:xfrm rot="0">
            <a:off x="4711154" y="6589209"/>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
        <p:nvSpPr>
          <p:cNvPr name="TextBox 24" id="24"/>
          <p:cNvSpPr txBox="true"/>
          <p:nvPr/>
        </p:nvSpPr>
        <p:spPr>
          <a:xfrm rot="0">
            <a:off x="4711154" y="7891560"/>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TextBox 2" id="2"/>
          <p:cNvSpPr txBox="true"/>
          <p:nvPr/>
        </p:nvSpPr>
        <p:spPr>
          <a:xfrm rot="0">
            <a:off x="4190443" y="1814447"/>
            <a:ext cx="9907115" cy="882650"/>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METHODOLOGY</a:t>
            </a:r>
          </a:p>
        </p:txBody>
      </p:sp>
      <p:sp>
        <p:nvSpPr>
          <p:cNvPr name="TextBox 3" id="3"/>
          <p:cNvSpPr txBox="true"/>
          <p:nvPr/>
        </p:nvSpPr>
        <p:spPr>
          <a:xfrm rot="0">
            <a:off x="3575875" y="3212424"/>
            <a:ext cx="11136250" cy="30511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 Sed at nibh eu metus iaculis efficitur quis sit amet mi. Vestibulum auctor lobortis erat vel sollicitudin. Nulla egestas sed ex a porta. Integer interdum feugiat tortor id lobortis. Vivamus ante eros, pulvinar ac volutpat et, condimentum ac enim.</a:t>
            </a:r>
          </a:p>
        </p:txBody>
      </p:sp>
      <p:sp>
        <p:nvSpPr>
          <p:cNvPr name="TextBox 4" id="4"/>
          <p:cNvSpPr txBox="true"/>
          <p:nvPr/>
        </p:nvSpPr>
        <p:spPr>
          <a:xfrm rot="0">
            <a:off x="3943514" y="6980711"/>
            <a:ext cx="10400973"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a:t>
            </a:r>
          </a:p>
        </p:txBody>
      </p:sp>
      <p:sp>
        <p:nvSpPr>
          <p:cNvPr name="Freeform 5" id="5"/>
          <p:cNvSpPr/>
          <p:nvPr/>
        </p:nvSpPr>
        <p:spPr>
          <a:xfrm flipH="true" flipV="false" rot="0">
            <a:off x="13854246" y="-908487"/>
            <a:ext cx="5292971" cy="5492706"/>
          </a:xfrm>
          <a:custGeom>
            <a:avLst/>
            <a:gdLst/>
            <a:ahLst/>
            <a:cxnLst/>
            <a:rect r="r" b="b" t="t" l="l"/>
            <a:pathLst>
              <a:path h="5492706" w="5292971">
                <a:moveTo>
                  <a:pt x="5292971" y="0"/>
                </a:moveTo>
                <a:lnTo>
                  <a:pt x="0" y="0"/>
                </a:lnTo>
                <a:lnTo>
                  <a:pt x="0" y="5492705"/>
                </a:lnTo>
                <a:lnTo>
                  <a:pt x="5292971" y="5492705"/>
                </a:lnTo>
                <a:lnTo>
                  <a:pt x="52929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828880" y="5677158"/>
            <a:ext cx="5215370" cy="5412177"/>
          </a:xfrm>
          <a:custGeom>
            <a:avLst/>
            <a:gdLst/>
            <a:ahLst/>
            <a:cxnLst/>
            <a:rect r="r" b="b" t="t" l="l"/>
            <a:pathLst>
              <a:path h="5412177" w="5215370">
                <a:moveTo>
                  <a:pt x="0" y="5412177"/>
                </a:moveTo>
                <a:lnTo>
                  <a:pt x="5215371" y="5412177"/>
                </a:lnTo>
                <a:lnTo>
                  <a:pt x="5215371" y="0"/>
                </a:lnTo>
                <a:lnTo>
                  <a:pt x="0" y="0"/>
                </a:lnTo>
                <a:lnTo>
                  <a:pt x="0" y="541217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68542">
            <a:off x="13170250" y="7913429"/>
            <a:ext cx="3954017" cy="2473058"/>
          </a:xfrm>
          <a:custGeom>
            <a:avLst/>
            <a:gdLst/>
            <a:ahLst/>
            <a:cxnLst/>
            <a:rect r="r" b="b" t="t" l="l"/>
            <a:pathLst>
              <a:path h="2473058" w="3954017">
                <a:moveTo>
                  <a:pt x="0" y="0"/>
                </a:moveTo>
                <a:lnTo>
                  <a:pt x="3954017" y="0"/>
                </a:lnTo>
                <a:lnTo>
                  <a:pt x="3954017" y="2473058"/>
                </a:lnTo>
                <a:lnTo>
                  <a:pt x="0" y="24730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45208" y="531533"/>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26944">
            <a:off x="1232158" y="5850553"/>
            <a:ext cx="1707714" cy="3517762"/>
          </a:xfrm>
          <a:custGeom>
            <a:avLst/>
            <a:gdLst/>
            <a:ahLst/>
            <a:cxnLst/>
            <a:rect r="r" b="b" t="t" l="l"/>
            <a:pathLst>
              <a:path h="3517762" w="1707714">
                <a:moveTo>
                  <a:pt x="0" y="0"/>
                </a:moveTo>
                <a:lnTo>
                  <a:pt x="1707714" y="0"/>
                </a:lnTo>
                <a:lnTo>
                  <a:pt x="1707714" y="3517763"/>
                </a:lnTo>
                <a:lnTo>
                  <a:pt x="0" y="3517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373583">
            <a:off x="15591678" y="989952"/>
            <a:ext cx="3143525" cy="3885255"/>
          </a:xfrm>
          <a:custGeom>
            <a:avLst/>
            <a:gdLst/>
            <a:ahLst/>
            <a:cxnLst/>
            <a:rect r="r" b="b" t="t" l="l"/>
            <a:pathLst>
              <a:path h="3885255" w="3143525">
                <a:moveTo>
                  <a:pt x="0" y="0"/>
                </a:moveTo>
                <a:lnTo>
                  <a:pt x="3143524" y="0"/>
                </a:lnTo>
                <a:lnTo>
                  <a:pt x="3143524" y="3885255"/>
                </a:lnTo>
                <a:lnTo>
                  <a:pt x="0" y="38852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Freeform 2" id="2"/>
          <p:cNvSpPr/>
          <p:nvPr/>
        </p:nvSpPr>
        <p:spPr>
          <a:xfrm flipH="true" flipV="true" rot="0">
            <a:off x="14946208" y="4607011"/>
            <a:ext cx="6035826" cy="6263593"/>
          </a:xfrm>
          <a:custGeom>
            <a:avLst/>
            <a:gdLst/>
            <a:ahLst/>
            <a:cxnLst/>
            <a:rect r="r" b="b" t="t" l="l"/>
            <a:pathLst>
              <a:path h="6263593" w="6035826">
                <a:moveTo>
                  <a:pt x="6035826" y="6263594"/>
                </a:moveTo>
                <a:lnTo>
                  <a:pt x="0" y="6263594"/>
                </a:lnTo>
                <a:lnTo>
                  <a:pt x="0" y="0"/>
                </a:lnTo>
                <a:lnTo>
                  <a:pt x="6035826" y="0"/>
                </a:lnTo>
                <a:lnTo>
                  <a:pt x="6035826" y="626359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86379" y="-436835"/>
            <a:ext cx="6035826" cy="6263593"/>
          </a:xfrm>
          <a:custGeom>
            <a:avLst/>
            <a:gdLst/>
            <a:ahLst/>
            <a:cxnLst/>
            <a:rect r="r" b="b" t="t" l="l"/>
            <a:pathLst>
              <a:path h="6263593" w="6035826">
                <a:moveTo>
                  <a:pt x="0" y="0"/>
                </a:moveTo>
                <a:lnTo>
                  <a:pt x="6035826" y="0"/>
                </a:lnTo>
                <a:lnTo>
                  <a:pt x="6035826" y="6263593"/>
                </a:lnTo>
                <a:lnTo>
                  <a:pt x="0" y="6263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393334" y="5020809"/>
            <a:ext cx="11501332" cy="1064226"/>
            <a:chOff x="0" y="0"/>
            <a:chExt cx="3013047" cy="278799"/>
          </a:xfrm>
        </p:grpSpPr>
        <p:sp>
          <p:nvSpPr>
            <p:cNvPr name="Freeform 5" id="5"/>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6" id="6"/>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3393334" y="6323161"/>
            <a:ext cx="11501332" cy="1064226"/>
            <a:chOff x="0" y="0"/>
            <a:chExt cx="3013047" cy="278799"/>
          </a:xfrm>
        </p:grpSpPr>
        <p:sp>
          <p:nvSpPr>
            <p:cNvPr name="Freeform 8" id="8"/>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9" id="9"/>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393334" y="7625512"/>
            <a:ext cx="11501332" cy="1064226"/>
            <a:chOff x="0" y="0"/>
            <a:chExt cx="3013047" cy="278799"/>
          </a:xfrm>
        </p:grpSpPr>
        <p:sp>
          <p:nvSpPr>
            <p:cNvPr name="Freeform 11" id="11"/>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12" id="12"/>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908828" y="5330785"/>
            <a:ext cx="444276" cy="4442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3908828" y="6633136"/>
            <a:ext cx="444276" cy="44427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328904" y="1848984"/>
            <a:ext cx="11630191" cy="882650"/>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D</a:t>
            </a:r>
            <a:r>
              <a:rPr lang="en-US" sz="6500" spc="188">
                <a:solidFill>
                  <a:srgbClr val="689858"/>
                </a:solidFill>
                <a:latin typeface="Cooper BT Heavy"/>
                <a:ea typeface="Cooper BT Heavy"/>
                <a:cs typeface="Cooper BT Heavy"/>
                <a:sym typeface="Cooper BT Heavy"/>
              </a:rPr>
              <a:t>ATA AND MATERIALS</a:t>
            </a:r>
          </a:p>
        </p:txBody>
      </p:sp>
      <p:sp>
        <p:nvSpPr>
          <p:cNvPr name="TextBox 20" id="20"/>
          <p:cNvSpPr txBox="true"/>
          <p:nvPr/>
        </p:nvSpPr>
        <p:spPr>
          <a:xfrm rot="0">
            <a:off x="3575875" y="3141209"/>
            <a:ext cx="11136250"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a:t>
            </a:r>
          </a:p>
        </p:txBody>
      </p:sp>
      <p:sp>
        <p:nvSpPr>
          <p:cNvPr name="TextBox 21" id="21"/>
          <p:cNvSpPr txBox="true"/>
          <p:nvPr/>
        </p:nvSpPr>
        <p:spPr>
          <a:xfrm rot="0">
            <a:off x="4711154" y="5286857"/>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
        <p:nvSpPr>
          <p:cNvPr name="TextBox 22" id="22"/>
          <p:cNvSpPr txBox="true"/>
          <p:nvPr/>
        </p:nvSpPr>
        <p:spPr>
          <a:xfrm rot="0">
            <a:off x="4711154" y="6589209"/>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
        <p:nvSpPr>
          <p:cNvPr name="TextBox 23" id="23"/>
          <p:cNvSpPr txBox="true"/>
          <p:nvPr/>
        </p:nvSpPr>
        <p:spPr>
          <a:xfrm rot="0">
            <a:off x="4711154" y="7891560"/>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grpSp>
        <p:nvGrpSpPr>
          <p:cNvPr name="Group 24" id="24"/>
          <p:cNvGrpSpPr/>
          <p:nvPr/>
        </p:nvGrpSpPr>
        <p:grpSpPr>
          <a:xfrm rot="0">
            <a:off x="3908828" y="7935488"/>
            <a:ext cx="444276" cy="44427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16080127" y="721327"/>
            <a:ext cx="2481614" cy="2337229"/>
          </a:xfrm>
          <a:custGeom>
            <a:avLst/>
            <a:gdLst/>
            <a:ahLst/>
            <a:cxnLst/>
            <a:rect r="r" b="b" t="t" l="l"/>
            <a:pathLst>
              <a:path h="2337229" w="2481614">
                <a:moveTo>
                  <a:pt x="0" y="0"/>
                </a:moveTo>
                <a:lnTo>
                  <a:pt x="2481613" y="0"/>
                </a:lnTo>
                <a:lnTo>
                  <a:pt x="2481613" y="2337229"/>
                </a:lnTo>
                <a:lnTo>
                  <a:pt x="0" y="233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065612" y="1117262"/>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14301668" y="5857088"/>
            <a:ext cx="3143525" cy="3885255"/>
          </a:xfrm>
          <a:custGeom>
            <a:avLst/>
            <a:gdLst/>
            <a:ahLst/>
            <a:cxnLst/>
            <a:rect r="r" b="b" t="t" l="l"/>
            <a:pathLst>
              <a:path h="3885255" w="3143525">
                <a:moveTo>
                  <a:pt x="0" y="0"/>
                </a:moveTo>
                <a:lnTo>
                  <a:pt x="3143525" y="0"/>
                </a:lnTo>
                <a:lnTo>
                  <a:pt x="3143525" y="3885255"/>
                </a:lnTo>
                <a:lnTo>
                  <a:pt x="0" y="38852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1028700" y="6174471"/>
            <a:ext cx="2766544" cy="3419323"/>
          </a:xfrm>
          <a:custGeom>
            <a:avLst/>
            <a:gdLst/>
            <a:ahLst/>
            <a:cxnLst/>
            <a:rect r="r" b="b" t="t" l="l"/>
            <a:pathLst>
              <a:path h="3419323" w="2766544">
                <a:moveTo>
                  <a:pt x="0" y="0"/>
                </a:moveTo>
                <a:lnTo>
                  <a:pt x="2766544" y="0"/>
                </a:lnTo>
                <a:lnTo>
                  <a:pt x="2766544" y="3419323"/>
                </a:lnTo>
                <a:lnTo>
                  <a:pt x="0" y="34193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Freeform 2" id="2"/>
          <p:cNvSpPr/>
          <p:nvPr/>
        </p:nvSpPr>
        <p:spPr>
          <a:xfrm flipH="true" flipV="false" rot="0">
            <a:off x="14928586" y="0"/>
            <a:ext cx="5292971" cy="5492706"/>
          </a:xfrm>
          <a:custGeom>
            <a:avLst/>
            <a:gdLst/>
            <a:ahLst/>
            <a:cxnLst/>
            <a:rect r="r" b="b" t="t" l="l"/>
            <a:pathLst>
              <a:path h="5492706" w="5292971">
                <a:moveTo>
                  <a:pt x="5292971" y="0"/>
                </a:moveTo>
                <a:lnTo>
                  <a:pt x="0" y="0"/>
                </a:lnTo>
                <a:lnTo>
                  <a:pt x="0" y="5492706"/>
                </a:lnTo>
                <a:lnTo>
                  <a:pt x="5292971" y="5492706"/>
                </a:lnTo>
                <a:lnTo>
                  <a:pt x="52929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387310" y="6153677"/>
            <a:ext cx="4368797" cy="4533657"/>
          </a:xfrm>
          <a:custGeom>
            <a:avLst/>
            <a:gdLst/>
            <a:ahLst/>
            <a:cxnLst/>
            <a:rect r="r" b="b" t="t" l="l"/>
            <a:pathLst>
              <a:path h="4533657" w="4368797">
                <a:moveTo>
                  <a:pt x="0" y="4533657"/>
                </a:moveTo>
                <a:lnTo>
                  <a:pt x="4368796" y="4533657"/>
                </a:lnTo>
                <a:lnTo>
                  <a:pt x="4368796" y="0"/>
                </a:lnTo>
                <a:lnTo>
                  <a:pt x="0" y="0"/>
                </a:lnTo>
                <a:lnTo>
                  <a:pt x="0" y="453365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328904" y="1927905"/>
            <a:ext cx="11630191" cy="882650"/>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RESULTS</a:t>
            </a:r>
          </a:p>
        </p:txBody>
      </p:sp>
      <p:pic>
        <p:nvPicPr>
          <p:cNvPr name="Picture 5" id="5"/>
          <p:cNvPicPr>
            <a:picLocks noChangeAspect="true"/>
          </p:cNvPicPr>
          <p:nvPr/>
        </p:nvPicPr>
        <p:blipFill>
          <a:blip r:embed="rId4"/>
          <a:stretch>
            <a:fillRect/>
          </a:stretch>
        </p:blipFill>
        <p:spPr>
          <a:xfrm rot="0">
            <a:off x="9254837" y="2736789"/>
            <a:ext cx="7194122" cy="6144342"/>
          </a:xfrm>
          <a:prstGeom prst="rect">
            <a:avLst/>
          </a:prstGeom>
        </p:spPr>
      </p:pic>
      <p:sp>
        <p:nvSpPr>
          <p:cNvPr name="TextBox 6" id="6"/>
          <p:cNvSpPr txBox="true"/>
          <p:nvPr/>
        </p:nvSpPr>
        <p:spPr>
          <a:xfrm rot="0">
            <a:off x="2576461" y="3664731"/>
            <a:ext cx="7546090" cy="2613025"/>
          </a:xfrm>
          <a:prstGeom prst="rect">
            <a:avLst/>
          </a:prstGeom>
        </p:spPr>
        <p:txBody>
          <a:bodyPr anchor="t" rtlCol="false" tIns="0" lIns="0" bIns="0" rIns="0">
            <a:spAutoFit/>
          </a:bodyPr>
          <a:lstStyle/>
          <a:p>
            <a:pPr algn="l">
              <a:lnSpc>
                <a:spcPts val="3499"/>
              </a:lnSpc>
            </a:pPr>
            <a:r>
              <a:rPr lang="en-US" sz="2499" b="true">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 Sed at nibh eu metus iaculis efficitur quis sit amet mi.</a:t>
            </a:r>
          </a:p>
        </p:txBody>
      </p:sp>
      <p:sp>
        <p:nvSpPr>
          <p:cNvPr name="TextBox 7" id="7"/>
          <p:cNvSpPr txBox="true"/>
          <p:nvPr/>
        </p:nvSpPr>
        <p:spPr>
          <a:xfrm rot="0">
            <a:off x="2576461" y="6606989"/>
            <a:ext cx="7546090" cy="1298575"/>
          </a:xfrm>
          <a:prstGeom prst="rect">
            <a:avLst/>
          </a:prstGeom>
        </p:spPr>
        <p:txBody>
          <a:bodyPr anchor="t" rtlCol="false" tIns="0" lIns="0" bIns="0" rIns="0">
            <a:spAutoFit/>
          </a:bodyPr>
          <a:lstStyle/>
          <a:p>
            <a:pPr algn="l">
              <a:lnSpc>
                <a:spcPts val="3499"/>
              </a:lnSpc>
            </a:pPr>
            <a:r>
              <a:rPr lang="en-US" sz="2499" b="true">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a:t>
            </a:r>
          </a:p>
        </p:txBody>
      </p:sp>
      <p:sp>
        <p:nvSpPr>
          <p:cNvPr name="Freeform 8" id="8"/>
          <p:cNvSpPr/>
          <p:nvPr/>
        </p:nvSpPr>
        <p:spPr>
          <a:xfrm flipH="false" flipV="false" rot="1279861">
            <a:off x="-887797" y="203493"/>
            <a:ext cx="3143525" cy="3885255"/>
          </a:xfrm>
          <a:custGeom>
            <a:avLst/>
            <a:gdLst/>
            <a:ahLst/>
            <a:cxnLst/>
            <a:rect r="r" b="b" t="t" l="l"/>
            <a:pathLst>
              <a:path h="3885255" w="3143525">
                <a:moveTo>
                  <a:pt x="0" y="0"/>
                </a:moveTo>
                <a:lnTo>
                  <a:pt x="3143524" y="0"/>
                </a:lnTo>
                <a:lnTo>
                  <a:pt x="3143524" y="3885256"/>
                </a:lnTo>
                <a:lnTo>
                  <a:pt x="0" y="38852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1814823" y="8987182"/>
            <a:ext cx="2481614" cy="2337229"/>
          </a:xfrm>
          <a:custGeom>
            <a:avLst/>
            <a:gdLst/>
            <a:ahLst/>
            <a:cxnLst/>
            <a:rect r="r" b="b" t="t" l="l"/>
            <a:pathLst>
              <a:path h="2337229" w="2481614">
                <a:moveTo>
                  <a:pt x="0" y="0"/>
                </a:moveTo>
                <a:lnTo>
                  <a:pt x="2481613" y="0"/>
                </a:lnTo>
                <a:lnTo>
                  <a:pt x="2481613" y="2337229"/>
                </a:lnTo>
                <a:lnTo>
                  <a:pt x="0" y="23372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484510" y="134530"/>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1686702">
            <a:off x="15512915" y="1443991"/>
            <a:ext cx="1234501" cy="2542980"/>
          </a:xfrm>
          <a:custGeom>
            <a:avLst/>
            <a:gdLst/>
            <a:ahLst/>
            <a:cxnLst/>
            <a:rect r="r" b="b" t="t" l="l"/>
            <a:pathLst>
              <a:path h="2542980" w="1234501">
                <a:moveTo>
                  <a:pt x="0" y="0"/>
                </a:moveTo>
                <a:lnTo>
                  <a:pt x="1234502" y="0"/>
                </a:lnTo>
                <a:lnTo>
                  <a:pt x="1234502" y="2542980"/>
                </a:lnTo>
                <a:lnTo>
                  <a:pt x="0" y="25429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grpSp>
        <p:nvGrpSpPr>
          <p:cNvPr name="Group 2" id="2"/>
          <p:cNvGrpSpPr/>
          <p:nvPr/>
        </p:nvGrpSpPr>
        <p:grpSpPr>
          <a:xfrm rot="0">
            <a:off x="3393334" y="5020809"/>
            <a:ext cx="11501332" cy="1064226"/>
            <a:chOff x="0" y="0"/>
            <a:chExt cx="3013047" cy="278799"/>
          </a:xfrm>
        </p:grpSpPr>
        <p:sp>
          <p:nvSpPr>
            <p:cNvPr name="Freeform 3" id="3"/>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4" id="4"/>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393334" y="6323161"/>
            <a:ext cx="11501332" cy="1064226"/>
            <a:chOff x="0" y="0"/>
            <a:chExt cx="3013047" cy="278799"/>
          </a:xfrm>
        </p:grpSpPr>
        <p:sp>
          <p:nvSpPr>
            <p:cNvPr name="Freeform 6" id="6"/>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7" id="7"/>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845099" y="5236750"/>
            <a:ext cx="632346" cy="632346"/>
          </a:xfrm>
          <a:custGeom>
            <a:avLst/>
            <a:gdLst/>
            <a:ahLst/>
            <a:cxnLst/>
            <a:rect r="r" b="b" t="t" l="l"/>
            <a:pathLst>
              <a:path h="632346" w="632346">
                <a:moveTo>
                  <a:pt x="0" y="0"/>
                </a:moveTo>
                <a:lnTo>
                  <a:pt x="632345" y="0"/>
                </a:lnTo>
                <a:lnTo>
                  <a:pt x="632345" y="632345"/>
                </a:lnTo>
                <a:lnTo>
                  <a:pt x="0" y="632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845099" y="6539101"/>
            <a:ext cx="632346" cy="632346"/>
          </a:xfrm>
          <a:custGeom>
            <a:avLst/>
            <a:gdLst/>
            <a:ahLst/>
            <a:cxnLst/>
            <a:rect r="r" b="b" t="t" l="l"/>
            <a:pathLst>
              <a:path h="632346" w="632346">
                <a:moveTo>
                  <a:pt x="0" y="0"/>
                </a:moveTo>
                <a:lnTo>
                  <a:pt x="632345" y="0"/>
                </a:lnTo>
                <a:lnTo>
                  <a:pt x="632345" y="632346"/>
                </a:lnTo>
                <a:lnTo>
                  <a:pt x="0" y="632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328904" y="1848984"/>
            <a:ext cx="11630191" cy="881819"/>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DISCUSSION</a:t>
            </a:r>
          </a:p>
        </p:txBody>
      </p:sp>
      <p:sp>
        <p:nvSpPr>
          <p:cNvPr name="TextBox 11" id="11"/>
          <p:cNvSpPr txBox="true"/>
          <p:nvPr/>
        </p:nvSpPr>
        <p:spPr>
          <a:xfrm rot="0">
            <a:off x="3575875" y="3141209"/>
            <a:ext cx="11136250"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a:t>
            </a:r>
          </a:p>
        </p:txBody>
      </p:sp>
      <p:sp>
        <p:nvSpPr>
          <p:cNvPr name="TextBox 12" id="12"/>
          <p:cNvSpPr txBox="true"/>
          <p:nvPr/>
        </p:nvSpPr>
        <p:spPr>
          <a:xfrm rot="0">
            <a:off x="4711154" y="5286857"/>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
        <p:nvSpPr>
          <p:cNvPr name="TextBox 13" id="13"/>
          <p:cNvSpPr txBox="true"/>
          <p:nvPr/>
        </p:nvSpPr>
        <p:spPr>
          <a:xfrm rot="0">
            <a:off x="4711154" y="6589209"/>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grpSp>
        <p:nvGrpSpPr>
          <p:cNvPr name="Group 14" id="14"/>
          <p:cNvGrpSpPr/>
          <p:nvPr/>
        </p:nvGrpSpPr>
        <p:grpSpPr>
          <a:xfrm rot="0">
            <a:off x="3393334" y="7625512"/>
            <a:ext cx="11501332" cy="1064226"/>
            <a:chOff x="0" y="0"/>
            <a:chExt cx="3013047" cy="278799"/>
          </a:xfrm>
        </p:grpSpPr>
        <p:sp>
          <p:nvSpPr>
            <p:cNvPr name="Freeform 15" id="15"/>
            <p:cNvSpPr/>
            <p:nvPr/>
          </p:nvSpPr>
          <p:spPr>
            <a:xfrm flipH="false" flipV="false" rot="0">
              <a:off x="0" y="0"/>
              <a:ext cx="3013047" cy="278799"/>
            </a:xfrm>
            <a:custGeom>
              <a:avLst/>
              <a:gdLst/>
              <a:ahLst/>
              <a:cxnLst/>
              <a:rect r="r" b="b" t="t" l="l"/>
              <a:pathLst>
                <a:path h="278799" w="3013047">
                  <a:moveTo>
                    <a:pt x="67313" y="0"/>
                  </a:moveTo>
                  <a:lnTo>
                    <a:pt x="2945734" y="0"/>
                  </a:lnTo>
                  <a:cubicBezTo>
                    <a:pt x="2963586" y="0"/>
                    <a:pt x="2980708" y="7092"/>
                    <a:pt x="2993331" y="19716"/>
                  </a:cubicBezTo>
                  <a:cubicBezTo>
                    <a:pt x="3005955" y="32339"/>
                    <a:pt x="3013047" y="49461"/>
                    <a:pt x="3013047" y="67313"/>
                  </a:cubicBezTo>
                  <a:lnTo>
                    <a:pt x="3013047" y="211486"/>
                  </a:lnTo>
                  <a:cubicBezTo>
                    <a:pt x="3013047" y="248662"/>
                    <a:pt x="2982910" y="278799"/>
                    <a:pt x="2945734" y="278799"/>
                  </a:cubicBezTo>
                  <a:lnTo>
                    <a:pt x="67313" y="278799"/>
                  </a:lnTo>
                  <a:cubicBezTo>
                    <a:pt x="30137" y="278799"/>
                    <a:pt x="0" y="248662"/>
                    <a:pt x="0" y="211486"/>
                  </a:cubicBezTo>
                  <a:lnTo>
                    <a:pt x="0" y="67313"/>
                  </a:lnTo>
                  <a:cubicBezTo>
                    <a:pt x="0" y="30137"/>
                    <a:pt x="30137" y="0"/>
                    <a:pt x="67313" y="0"/>
                  </a:cubicBezTo>
                  <a:close/>
                </a:path>
              </a:pathLst>
            </a:custGeom>
            <a:solidFill>
              <a:srgbClr val="689858"/>
            </a:solidFill>
          </p:spPr>
        </p:sp>
        <p:sp>
          <p:nvSpPr>
            <p:cNvPr name="TextBox 16" id="16"/>
            <p:cNvSpPr txBox="true"/>
            <p:nvPr/>
          </p:nvSpPr>
          <p:spPr>
            <a:xfrm>
              <a:off x="0" y="-38100"/>
              <a:ext cx="3013047" cy="31689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3845099" y="7841453"/>
            <a:ext cx="632346" cy="632346"/>
          </a:xfrm>
          <a:custGeom>
            <a:avLst/>
            <a:gdLst/>
            <a:ahLst/>
            <a:cxnLst/>
            <a:rect r="r" b="b" t="t" l="l"/>
            <a:pathLst>
              <a:path h="632346" w="632346">
                <a:moveTo>
                  <a:pt x="0" y="0"/>
                </a:moveTo>
                <a:lnTo>
                  <a:pt x="632345" y="0"/>
                </a:lnTo>
                <a:lnTo>
                  <a:pt x="632345" y="632345"/>
                </a:lnTo>
                <a:lnTo>
                  <a:pt x="0" y="632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4711154" y="7891560"/>
            <a:ext cx="9590513" cy="570230"/>
          </a:xfrm>
          <a:prstGeom prst="rect">
            <a:avLst/>
          </a:prstGeom>
        </p:spPr>
        <p:txBody>
          <a:bodyPr anchor="t" rtlCol="false" tIns="0" lIns="0" bIns="0" rIns="0">
            <a:spAutoFit/>
          </a:bodyPr>
          <a:lstStyle/>
          <a:p>
            <a:pPr algn="l">
              <a:lnSpc>
                <a:spcPts val="2200"/>
              </a:lnSpc>
            </a:pPr>
            <a:r>
              <a:rPr lang="en-US" sz="2200" b="true">
                <a:solidFill>
                  <a:srgbClr val="FFFFFF"/>
                </a:solidFill>
                <a:latin typeface="Nunito Semi-Bold"/>
                <a:ea typeface="Nunito Semi-Bold"/>
                <a:cs typeface="Nunito Semi-Bold"/>
                <a:sym typeface="Nunito Semi-Bold"/>
              </a:rPr>
              <a:t>Lorem ipsum dolor sit amet, consectetur adipiscing elit. Vivamus posuere fermentum augue.</a:t>
            </a:r>
          </a:p>
        </p:txBody>
      </p:sp>
      <p:sp>
        <p:nvSpPr>
          <p:cNvPr name="Freeform 19" id="19"/>
          <p:cNvSpPr/>
          <p:nvPr/>
        </p:nvSpPr>
        <p:spPr>
          <a:xfrm flipH="true" flipV="true" rot="0">
            <a:off x="14894666" y="4720472"/>
            <a:ext cx="5741094" cy="5957739"/>
          </a:xfrm>
          <a:custGeom>
            <a:avLst/>
            <a:gdLst/>
            <a:ahLst/>
            <a:cxnLst/>
            <a:rect r="r" b="b" t="t" l="l"/>
            <a:pathLst>
              <a:path h="5957739" w="5741094">
                <a:moveTo>
                  <a:pt x="5741094" y="5957739"/>
                </a:moveTo>
                <a:lnTo>
                  <a:pt x="0" y="5957739"/>
                </a:lnTo>
                <a:lnTo>
                  <a:pt x="0" y="0"/>
                </a:lnTo>
                <a:lnTo>
                  <a:pt x="5741094" y="0"/>
                </a:lnTo>
                <a:lnTo>
                  <a:pt x="5741094" y="595773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2190728" y="0"/>
            <a:ext cx="6035826" cy="6263593"/>
          </a:xfrm>
          <a:custGeom>
            <a:avLst/>
            <a:gdLst/>
            <a:ahLst/>
            <a:cxnLst/>
            <a:rect r="r" b="b" t="t" l="l"/>
            <a:pathLst>
              <a:path h="6263593" w="6035826">
                <a:moveTo>
                  <a:pt x="0" y="0"/>
                </a:moveTo>
                <a:lnTo>
                  <a:pt x="6035827" y="0"/>
                </a:lnTo>
                <a:lnTo>
                  <a:pt x="6035827" y="6263593"/>
                </a:lnTo>
                <a:lnTo>
                  <a:pt x="0" y="6263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5874569" y="419797"/>
            <a:ext cx="2550171" cy="2401798"/>
          </a:xfrm>
          <a:custGeom>
            <a:avLst/>
            <a:gdLst/>
            <a:ahLst/>
            <a:cxnLst/>
            <a:rect r="r" b="b" t="t" l="l"/>
            <a:pathLst>
              <a:path h="2401798" w="2550171">
                <a:moveTo>
                  <a:pt x="0" y="0"/>
                </a:moveTo>
                <a:lnTo>
                  <a:pt x="2550172" y="0"/>
                </a:lnTo>
                <a:lnTo>
                  <a:pt x="2550172" y="2401798"/>
                </a:lnTo>
                <a:lnTo>
                  <a:pt x="0" y="2401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850952">
            <a:off x="1566824" y="5404543"/>
            <a:ext cx="1841605" cy="3793569"/>
          </a:xfrm>
          <a:custGeom>
            <a:avLst/>
            <a:gdLst/>
            <a:ahLst/>
            <a:cxnLst/>
            <a:rect r="r" b="b" t="t" l="l"/>
            <a:pathLst>
              <a:path h="3793569" w="1841605">
                <a:moveTo>
                  <a:pt x="0" y="0"/>
                </a:moveTo>
                <a:lnTo>
                  <a:pt x="1841606" y="0"/>
                </a:lnTo>
                <a:lnTo>
                  <a:pt x="1841606" y="3793569"/>
                </a:lnTo>
                <a:lnTo>
                  <a:pt x="0" y="37935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1246653">
            <a:off x="14694306" y="5884456"/>
            <a:ext cx="3143525" cy="3885255"/>
          </a:xfrm>
          <a:custGeom>
            <a:avLst/>
            <a:gdLst/>
            <a:ahLst/>
            <a:cxnLst/>
            <a:rect r="r" b="b" t="t" l="l"/>
            <a:pathLst>
              <a:path h="3885255" w="3143525">
                <a:moveTo>
                  <a:pt x="0" y="0"/>
                </a:moveTo>
                <a:lnTo>
                  <a:pt x="3143525" y="0"/>
                </a:lnTo>
                <a:lnTo>
                  <a:pt x="3143525" y="3885256"/>
                </a:lnTo>
                <a:lnTo>
                  <a:pt x="0" y="38852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TextBox 2" id="2"/>
          <p:cNvSpPr txBox="true"/>
          <p:nvPr/>
        </p:nvSpPr>
        <p:spPr>
          <a:xfrm rot="0">
            <a:off x="4190443" y="1453690"/>
            <a:ext cx="9907115" cy="881819"/>
          </a:xfrm>
          <a:prstGeom prst="rect">
            <a:avLst/>
          </a:prstGeom>
        </p:spPr>
        <p:txBody>
          <a:bodyPr anchor="t" rtlCol="false" tIns="0" lIns="0" bIns="0" rIns="0">
            <a:spAutoFit/>
          </a:bodyPr>
          <a:lstStyle/>
          <a:p>
            <a:pPr algn="ctr">
              <a:lnSpc>
                <a:spcPts val="6500"/>
              </a:lnSpc>
            </a:pPr>
            <a:r>
              <a:rPr lang="en-US" sz="6500" spc="188">
                <a:solidFill>
                  <a:srgbClr val="689858"/>
                </a:solidFill>
                <a:latin typeface="Cooper BT Heavy"/>
                <a:ea typeface="Cooper BT Heavy"/>
                <a:cs typeface="Cooper BT Heavy"/>
                <a:sym typeface="Cooper BT Heavy"/>
              </a:rPr>
              <a:t>CONCLUSION</a:t>
            </a:r>
          </a:p>
        </p:txBody>
      </p:sp>
      <p:sp>
        <p:nvSpPr>
          <p:cNvPr name="TextBox 3" id="3"/>
          <p:cNvSpPr txBox="true"/>
          <p:nvPr/>
        </p:nvSpPr>
        <p:spPr>
          <a:xfrm rot="0">
            <a:off x="3575875" y="2676424"/>
            <a:ext cx="11136250" cy="261302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 Duis molestie leo nibh. Sed at nibh eu metus iaculis efficitur quis sit amet mi. Vestibulum auctor lobortis erat vel sollicitudin. Nulla egestas sed ex a porta. Integer interdum feugiat tortor id lobortis.</a:t>
            </a:r>
          </a:p>
        </p:txBody>
      </p:sp>
      <p:sp>
        <p:nvSpPr>
          <p:cNvPr name="TextBox 4" id="4"/>
          <p:cNvSpPr txBox="true"/>
          <p:nvPr/>
        </p:nvSpPr>
        <p:spPr>
          <a:xfrm rot="0">
            <a:off x="3943514" y="7183372"/>
            <a:ext cx="10400973" cy="1298575"/>
          </a:xfrm>
          <a:prstGeom prst="rect">
            <a:avLst/>
          </a:prstGeom>
        </p:spPr>
        <p:txBody>
          <a:bodyPr anchor="t" rtlCol="false" tIns="0" lIns="0" bIns="0" rIns="0">
            <a:spAutoFit/>
          </a:bodyPr>
          <a:lstStyle/>
          <a:p>
            <a:pPr algn="ctr">
              <a:lnSpc>
                <a:spcPts val="3499"/>
              </a:lnSpc>
            </a:pPr>
            <a:r>
              <a:rPr lang="en-US" b="true" sz="2499">
                <a:solidFill>
                  <a:srgbClr val="689858"/>
                </a:solidFill>
                <a:latin typeface="Nunito Semi-Bold"/>
                <a:ea typeface="Nunito Semi-Bold"/>
                <a:cs typeface="Nunito Semi-Bold"/>
                <a:sym typeface="Nunito Semi-Bold"/>
              </a:rPr>
              <a:t>Lorem ipsum dolor sit amet, consectetur adipiscing elit. Vivamus posuere fermentum augue. Proin tempus vehicula nibh id dictum. Curabitur mi magna, interdum quis odio vitae, aliquet semper sem.</a:t>
            </a:r>
          </a:p>
        </p:txBody>
      </p:sp>
      <p:sp>
        <p:nvSpPr>
          <p:cNvPr name="Freeform 5" id="5"/>
          <p:cNvSpPr/>
          <p:nvPr/>
        </p:nvSpPr>
        <p:spPr>
          <a:xfrm flipH="true" flipV="false" rot="0">
            <a:off x="13854246" y="-908487"/>
            <a:ext cx="5292971" cy="5492706"/>
          </a:xfrm>
          <a:custGeom>
            <a:avLst/>
            <a:gdLst/>
            <a:ahLst/>
            <a:cxnLst/>
            <a:rect r="r" b="b" t="t" l="l"/>
            <a:pathLst>
              <a:path h="5492706" w="5292971">
                <a:moveTo>
                  <a:pt x="5292971" y="0"/>
                </a:moveTo>
                <a:lnTo>
                  <a:pt x="0" y="0"/>
                </a:lnTo>
                <a:lnTo>
                  <a:pt x="0" y="5492705"/>
                </a:lnTo>
                <a:lnTo>
                  <a:pt x="5292971" y="5492705"/>
                </a:lnTo>
                <a:lnTo>
                  <a:pt x="52929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828880" y="5677158"/>
            <a:ext cx="5215370" cy="5412177"/>
          </a:xfrm>
          <a:custGeom>
            <a:avLst/>
            <a:gdLst/>
            <a:ahLst/>
            <a:cxnLst/>
            <a:rect r="r" b="b" t="t" l="l"/>
            <a:pathLst>
              <a:path h="5412177" w="5215370">
                <a:moveTo>
                  <a:pt x="0" y="5412177"/>
                </a:moveTo>
                <a:lnTo>
                  <a:pt x="5215371" y="5412177"/>
                </a:lnTo>
                <a:lnTo>
                  <a:pt x="5215371" y="0"/>
                </a:lnTo>
                <a:lnTo>
                  <a:pt x="0" y="0"/>
                </a:lnTo>
                <a:lnTo>
                  <a:pt x="0" y="5412177"/>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381281" y="6011790"/>
            <a:ext cx="5525438" cy="949440"/>
            <a:chOff x="0" y="0"/>
            <a:chExt cx="1622523" cy="278799"/>
          </a:xfrm>
        </p:grpSpPr>
        <p:sp>
          <p:nvSpPr>
            <p:cNvPr name="Freeform 8" id="8"/>
            <p:cNvSpPr/>
            <p:nvPr/>
          </p:nvSpPr>
          <p:spPr>
            <a:xfrm flipH="false" flipV="false" rot="0">
              <a:off x="0" y="0"/>
              <a:ext cx="1622523" cy="278799"/>
            </a:xfrm>
            <a:custGeom>
              <a:avLst/>
              <a:gdLst/>
              <a:ahLst/>
              <a:cxnLst/>
              <a:rect r="r" b="b" t="t" l="l"/>
              <a:pathLst>
                <a:path h="278799" w="1622523">
                  <a:moveTo>
                    <a:pt x="139400" y="0"/>
                  </a:moveTo>
                  <a:lnTo>
                    <a:pt x="1483123" y="0"/>
                  </a:lnTo>
                  <a:cubicBezTo>
                    <a:pt x="1560112" y="0"/>
                    <a:pt x="1622523" y="62411"/>
                    <a:pt x="1622523" y="139400"/>
                  </a:cubicBezTo>
                  <a:lnTo>
                    <a:pt x="1622523" y="139400"/>
                  </a:lnTo>
                  <a:cubicBezTo>
                    <a:pt x="1622523" y="216388"/>
                    <a:pt x="1560112" y="278799"/>
                    <a:pt x="1483123" y="278799"/>
                  </a:cubicBezTo>
                  <a:lnTo>
                    <a:pt x="139400" y="278799"/>
                  </a:lnTo>
                  <a:cubicBezTo>
                    <a:pt x="62411" y="278799"/>
                    <a:pt x="0" y="216388"/>
                    <a:pt x="0" y="139400"/>
                  </a:cubicBezTo>
                  <a:lnTo>
                    <a:pt x="0" y="139400"/>
                  </a:lnTo>
                  <a:cubicBezTo>
                    <a:pt x="0" y="62411"/>
                    <a:pt x="62411" y="0"/>
                    <a:pt x="139400" y="0"/>
                  </a:cubicBezTo>
                  <a:close/>
                </a:path>
              </a:pathLst>
            </a:custGeom>
            <a:solidFill>
              <a:srgbClr val="689858"/>
            </a:solidFill>
          </p:spPr>
        </p:sp>
        <p:sp>
          <p:nvSpPr>
            <p:cNvPr name="TextBox 9" id="9"/>
            <p:cNvSpPr txBox="true"/>
            <p:nvPr/>
          </p:nvSpPr>
          <p:spPr>
            <a:xfrm>
              <a:off x="0" y="-38100"/>
              <a:ext cx="1622523" cy="316899"/>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6063742" y="6251560"/>
            <a:ext cx="6160517" cy="495300"/>
          </a:xfrm>
          <a:prstGeom prst="rect">
            <a:avLst/>
          </a:prstGeom>
        </p:spPr>
        <p:txBody>
          <a:bodyPr anchor="t" rtlCol="false" tIns="0" lIns="0" bIns="0" rIns="0">
            <a:spAutoFit/>
          </a:bodyPr>
          <a:lstStyle/>
          <a:p>
            <a:pPr algn="ctr">
              <a:lnSpc>
                <a:spcPts val="4199"/>
              </a:lnSpc>
            </a:pPr>
            <a:r>
              <a:rPr lang="en-US" sz="2999" b="true">
                <a:solidFill>
                  <a:srgbClr val="FFFFFF"/>
                </a:solidFill>
                <a:latin typeface="Nunito Bold"/>
                <a:ea typeface="Nunito Bold"/>
                <a:cs typeface="Nunito Bold"/>
                <a:sym typeface="Nunito Bold"/>
              </a:rPr>
              <a:t>Future Work</a:t>
            </a:r>
          </a:p>
        </p:txBody>
      </p:sp>
      <p:sp>
        <p:nvSpPr>
          <p:cNvPr name="Freeform 11" id="11"/>
          <p:cNvSpPr/>
          <p:nvPr/>
        </p:nvSpPr>
        <p:spPr>
          <a:xfrm flipH="false" flipV="false" rot="0">
            <a:off x="896838" y="7230997"/>
            <a:ext cx="2481614" cy="2337229"/>
          </a:xfrm>
          <a:custGeom>
            <a:avLst/>
            <a:gdLst/>
            <a:ahLst/>
            <a:cxnLst/>
            <a:rect r="r" b="b" t="t" l="l"/>
            <a:pathLst>
              <a:path h="2337229" w="2481614">
                <a:moveTo>
                  <a:pt x="0" y="0"/>
                </a:moveTo>
                <a:lnTo>
                  <a:pt x="2481614" y="0"/>
                </a:lnTo>
                <a:lnTo>
                  <a:pt x="2481614" y="2337229"/>
                </a:lnTo>
                <a:lnTo>
                  <a:pt x="0" y="233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806386" y="359038"/>
            <a:ext cx="2481614" cy="2337229"/>
          </a:xfrm>
          <a:custGeom>
            <a:avLst/>
            <a:gdLst/>
            <a:ahLst/>
            <a:cxnLst/>
            <a:rect r="r" b="b" t="t" l="l"/>
            <a:pathLst>
              <a:path h="2337229" w="2481614">
                <a:moveTo>
                  <a:pt x="0" y="0"/>
                </a:moveTo>
                <a:lnTo>
                  <a:pt x="2481614" y="0"/>
                </a:lnTo>
                <a:lnTo>
                  <a:pt x="2481614" y="2337228"/>
                </a:lnTo>
                <a:lnTo>
                  <a:pt x="0" y="23372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476679" y="6050596"/>
            <a:ext cx="3143525" cy="3885255"/>
          </a:xfrm>
          <a:custGeom>
            <a:avLst/>
            <a:gdLst/>
            <a:ahLst/>
            <a:cxnLst/>
            <a:rect r="r" b="b" t="t" l="l"/>
            <a:pathLst>
              <a:path h="3885255" w="3143525">
                <a:moveTo>
                  <a:pt x="0" y="0"/>
                </a:moveTo>
                <a:lnTo>
                  <a:pt x="3143524" y="0"/>
                </a:lnTo>
                <a:lnTo>
                  <a:pt x="3143524" y="3885256"/>
                </a:lnTo>
                <a:lnTo>
                  <a:pt x="0" y="38852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431534" y="568765"/>
            <a:ext cx="2348049" cy="2902083"/>
          </a:xfrm>
          <a:custGeom>
            <a:avLst/>
            <a:gdLst/>
            <a:ahLst/>
            <a:cxnLst/>
            <a:rect r="r" b="b" t="t" l="l"/>
            <a:pathLst>
              <a:path h="2902083" w="2348049">
                <a:moveTo>
                  <a:pt x="0" y="0"/>
                </a:moveTo>
                <a:lnTo>
                  <a:pt x="2348048" y="0"/>
                </a:lnTo>
                <a:lnTo>
                  <a:pt x="2348048" y="2902083"/>
                </a:lnTo>
                <a:lnTo>
                  <a:pt x="0" y="2902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CD"/>
        </a:solidFill>
      </p:bgPr>
    </p:bg>
    <p:spTree>
      <p:nvGrpSpPr>
        <p:cNvPr id="1" name=""/>
        <p:cNvGrpSpPr/>
        <p:nvPr/>
      </p:nvGrpSpPr>
      <p:grpSpPr>
        <a:xfrm>
          <a:off x="0" y="0"/>
          <a:ext cx="0" cy="0"/>
          <a:chOff x="0" y="0"/>
          <a:chExt cx="0" cy="0"/>
        </a:xfrm>
      </p:grpSpPr>
      <p:sp>
        <p:nvSpPr>
          <p:cNvPr name="TextBox 2" id="2"/>
          <p:cNvSpPr txBox="true"/>
          <p:nvPr/>
        </p:nvSpPr>
        <p:spPr>
          <a:xfrm rot="0">
            <a:off x="4152492" y="2705041"/>
            <a:ext cx="9983017" cy="3780156"/>
          </a:xfrm>
          <a:prstGeom prst="rect">
            <a:avLst/>
          </a:prstGeom>
        </p:spPr>
        <p:txBody>
          <a:bodyPr anchor="t" rtlCol="false" tIns="0" lIns="0" bIns="0" rIns="0">
            <a:spAutoFit/>
          </a:bodyPr>
          <a:lstStyle/>
          <a:p>
            <a:pPr algn="ctr">
              <a:lnSpc>
                <a:spcPts val="14220"/>
              </a:lnSpc>
            </a:pPr>
            <a:r>
              <a:rPr lang="en-US" sz="15800" b="true">
                <a:solidFill>
                  <a:srgbClr val="689858"/>
                </a:solidFill>
                <a:latin typeface="Cooper BT Bold"/>
                <a:ea typeface="Cooper BT Bold"/>
                <a:cs typeface="Cooper BT Bold"/>
                <a:sym typeface="Cooper BT Bold"/>
              </a:rPr>
              <a:t>Thank You</a:t>
            </a:r>
          </a:p>
        </p:txBody>
      </p:sp>
      <p:grpSp>
        <p:nvGrpSpPr>
          <p:cNvPr name="Group 3" id="3"/>
          <p:cNvGrpSpPr/>
          <p:nvPr/>
        </p:nvGrpSpPr>
        <p:grpSpPr>
          <a:xfrm rot="0">
            <a:off x="5328193" y="6876179"/>
            <a:ext cx="7631614" cy="1134405"/>
            <a:chOff x="0" y="0"/>
            <a:chExt cx="2156135" cy="320500"/>
          </a:xfrm>
        </p:grpSpPr>
        <p:sp>
          <p:nvSpPr>
            <p:cNvPr name="Freeform 4" id="4"/>
            <p:cNvSpPr/>
            <p:nvPr/>
          </p:nvSpPr>
          <p:spPr>
            <a:xfrm flipH="false" flipV="false" rot="0">
              <a:off x="0" y="0"/>
              <a:ext cx="2156135" cy="320500"/>
            </a:xfrm>
            <a:custGeom>
              <a:avLst/>
              <a:gdLst/>
              <a:ahLst/>
              <a:cxnLst/>
              <a:rect r="r" b="b" t="t" l="l"/>
              <a:pathLst>
                <a:path h="320500" w="2156135">
                  <a:moveTo>
                    <a:pt x="101445" y="0"/>
                  </a:moveTo>
                  <a:lnTo>
                    <a:pt x="2054690" y="0"/>
                  </a:lnTo>
                  <a:cubicBezTo>
                    <a:pt x="2081594" y="0"/>
                    <a:pt x="2107398" y="10688"/>
                    <a:pt x="2126422" y="29713"/>
                  </a:cubicBezTo>
                  <a:cubicBezTo>
                    <a:pt x="2145447" y="48737"/>
                    <a:pt x="2156135" y="74540"/>
                    <a:pt x="2156135" y="101445"/>
                  </a:cubicBezTo>
                  <a:lnTo>
                    <a:pt x="2156135" y="219054"/>
                  </a:lnTo>
                  <a:cubicBezTo>
                    <a:pt x="2156135" y="245959"/>
                    <a:pt x="2145447" y="271762"/>
                    <a:pt x="2126422" y="290787"/>
                  </a:cubicBezTo>
                  <a:cubicBezTo>
                    <a:pt x="2107398" y="309812"/>
                    <a:pt x="2081594" y="320500"/>
                    <a:pt x="2054690" y="320500"/>
                  </a:cubicBezTo>
                  <a:lnTo>
                    <a:pt x="101445" y="320500"/>
                  </a:lnTo>
                  <a:cubicBezTo>
                    <a:pt x="74540" y="320500"/>
                    <a:pt x="48737" y="309812"/>
                    <a:pt x="29713" y="290787"/>
                  </a:cubicBezTo>
                  <a:cubicBezTo>
                    <a:pt x="10688" y="271762"/>
                    <a:pt x="0" y="245959"/>
                    <a:pt x="0" y="219054"/>
                  </a:cubicBezTo>
                  <a:lnTo>
                    <a:pt x="0" y="101445"/>
                  </a:lnTo>
                  <a:cubicBezTo>
                    <a:pt x="0" y="74540"/>
                    <a:pt x="10688" y="48737"/>
                    <a:pt x="29713" y="29713"/>
                  </a:cubicBezTo>
                  <a:cubicBezTo>
                    <a:pt x="48737" y="10688"/>
                    <a:pt x="74540" y="0"/>
                    <a:pt x="101445" y="0"/>
                  </a:cubicBezTo>
                  <a:close/>
                </a:path>
              </a:pathLst>
            </a:custGeom>
            <a:solidFill>
              <a:srgbClr val="689858"/>
            </a:solidFill>
            <a:ln cap="rnd">
              <a:noFill/>
              <a:prstDash val="solid"/>
              <a:round/>
            </a:ln>
          </p:spPr>
        </p:sp>
        <p:sp>
          <p:nvSpPr>
            <p:cNvPr name="TextBox 5" id="5"/>
            <p:cNvSpPr txBox="true"/>
            <p:nvPr/>
          </p:nvSpPr>
          <p:spPr>
            <a:xfrm>
              <a:off x="0" y="-38100"/>
              <a:ext cx="2156135" cy="358600"/>
            </a:xfrm>
            <a:prstGeom prst="rect">
              <a:avLst/>
            </a:prstGeom>
          </p:spPr>
          <p:txBody>
            <a:bodyPr anchor="ctr" rtlCol="false" tIns="0" lIns="0" bIns="0" rIns="0"/>
            <a:lstStyle/>
            <a:p>
              <a:pPr algn="ctr">
                <a:lnSpc>
                  <a:spcPts val="2659"/>
                </a:lnSpc>
                <a:spcBef>
                  <a:spcPct val="0"/>
                </a:spcBef>
              </a:pPr>
            </a:p>
          </p:txBody>
        </p:sp>
      </p:grpSp>
      <p:sp>
        <p:nvSpPr>
          <p:cNvPr name="Freeform 6" id="6"/>
          <p:cNvSpPr/>
          <p:nvPr/>
        </p:nvSpPr>
        <p:spPr>
          <a:xfrm flipH="true" flipV="true" rot="0">
            <a:off x="13111391" y="4718263"/>
            <a:ext cx="6035826" cy="6263593"/>
          </a:xfrm>
          <a:custGeom>
            <a:avLst/>
            <a:gdLst/>
            <a:ahLst/>
            <a:cxnLst/>
            <a:rect r="r" b="b" t="t" l="l"/>
            <a:pathLst>
              <a:path h="6263593" w="6035826">
                <a:moveTo>
                  <a:pt x="6035826" y="6263593"/>
                </a:moveTo>
                <a:lnTo>
                  <a:pt x="0" y="6263593"/>
                </a:lnTo>
                <a:lnTo>
                  <a:pt x="0" y="0"/>
                </a:lnTo>
                <a:lnTo>
                  <a:pt x="6035826" y="0"/>
                </a:lnTo>
                <a:lnTo>
                  <a:pt x="6035826" y="626359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543" y="-710121"/>
            <a:ext cx="6035826" cy="6263593"/>
          </a:xfrm>
          <a:custGeom>
            <a:avLst/>
            <a:gdLst/>
            <a:ahLst/>
            <a:cxnLst/>
            <a:rect r="r" b="b" t="t" l="l"/>
            <a:pathLst>
              <a:path h="6263593" w="6035826">
                <a:moveTo>
                  <a:pt x="0" y="0"/>
                </a:moveTo>
                <a:lnTo>
                  <a:pt x="6035826" y="0"/>
                </a:lnTo>
                <a:lnTo>
                  <a:pt x="6035826" y="6263593"/>
                </a:lnTo>
                <a:lnTo>
                  <a:pt x="0" y="6263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5851725" y="7155139"/>
            <a:ext cx="6584551" cy="519335"/>
          </a:xfrm>
          <a:prstGeom prst="rect">
            <a:avLst/>
          </a:prstGeom>
        </p:spPr>
        <p:txBody>
          <a:bodyPr anchor="t" rtlCol="false" tIns="0" lIns="0" bIns="0" rIns="0">
            <a:spAutoFit/>
          </a:bodyPr>
          <a:lstStyle/>
          <a:p>
            <a:pPr algn="ctr">
              <a:lnSpc>
                <a:spcPts val="4271"/>
              </a:lnSpc>
            </a:pPr>
            <a:r>
              <a:rPr lang="en-US" b="true" sz="3050">
                <a:solidFill>
                  <a:srgbClr val="FFFFFF"/>
                </a:solidFill>
                <a:latin typeface="Nunito Semi-Bold"/>
                <a:ea typeface="Nunito Semi-Bold"/>
                <a:cs typeface="Nunito Semi-Bold"/>
                <a:sym typeface="Nunito Semi-Bold"/>
              </a:rPr>
              <a:t>Presented By : Borcelle Group</a:t>
            </a:r>
          </a:p>
        </p:txBody>
      </p:sp>
      <p:sp>
        <p:nvSpPr>
          <p:cNvPr name="Freeform 9" id="9"/>
          <p:cNvSpPr/>
          <p:nvPr/>
        </p:nvSpPr>
        <p:spPr>
          <a:xfrm flipH="false" flipV="false" rot="1138151">
            <a:off x="1268168" y="5021807"/>
            <a:ext cx="3329247" cy="4114800"/>
          </a:xfrm>
          <a:custGeom>
            <a:avLst/>
            <a:gdLst/>
            <a:ahLst/>
            <a:cxnLst/>
            <a:rect r="r" b="b" t="t" l="l"/>
            <a:pathLst>
              <a:path h="4114800" w="3329247">
                <a:moveTo>
                  <a:pt x="0" y="0"/>
                </a:moveTo>
                <a:lnTo>
                  <a:pt x="3329247" y="0"/>
                </a:lnTo>
                <a:lnTo>
                  <a:pt x="332924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8753099">
            <a:off x="6406962" y="8529902"/>
            <a:ext cx="2692064" cy="2535435"/>
          </a:xfrm>
          <a:custGeom>
            <a:avLst/>
            <a:gdLst/>
            <a:ahLst/>
            <a:cxnLst/>
            <a:rect r="r" b="b" t="t" l="l"/>
            <a:pathLst>
              <a:path h="2535435" w="2692064">
                <a:moveTo>
                  <a:pt x="0" y="0"/>
                </a:moveTo>
                <a:lnTo>
                  <a:pt x="2692064" y="0"/>
                </a:lnTo>
                <a:lnTo>
                  <a:pt x="2692064" y="2535436"/>
                </a:lnTo>
                <a:lnTo>
                  <a:pt x="0" y="25354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9578399" y="-788708"/>
            <a:ext cx="3029276" cy="2853027"/>
          </a:xfrm>
          <a:custGeom>
            <a:avLst/>
            <a:gdLst/>
            <a:ahLst/>
            <a:cxnLst/>
            <a:rect r="r" b="b" t="t" l="l"/>
            <a:pathLst>
              <a:path h="2853027" w="3029276">
                <a:moveTo>
                  <a:pt x="0" y="0"/>
                </a:moveTo>
                <a:lnTo>
                  <a:pt x="3029276" y="0"/>
                </a:lnTo>
                <a:lnTo>
                  <a:pt x="3029276" y="2853027"/>
                </a:lnTo>
                <a:lnTo>
                  <a:pt x="0" y="28530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950682">
            <a:off x="14737966" y="2769881"/>
            <a:ext cx="1997548" cy="4114800"/>
          </a:xfrm>
          <a:custGeom>
            <a:avLst/>
            <a:gdLst/>
            <a:ahLst/>
            <a:cxnLst/>
            <a:rect r="r" b="b" t="t" l="l"/>
            <a:pathLst>
              <a:path h="4114800" w="1997548">
                <a:moveTo>
                  <a:pt x="0" y="0"/>
                </a:moveTo>
                <a:lnTo>
                  <a:pt x="1997548" y="0"/>
                </a:lnTo>
                <a:lnTo>
                  <a:pt x="199754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1891146">
            <a:off x="1602348" y="792829"/>
            <a:ext cx="1234501" cy="2542980"/>
          </a:xfrm>
          <a:custGeom>
            <a:avLst/>
            <a:gdLst/>
            <a:ahLst/>
            <a:cxnLst/>
            <a:rect r="r" b="b" t="t" l="l"/>
            <a:pathLst>
              <a:path h="2542980" w="1234501">
                <a:moveTo>
                  <a:pt x="0" y="0"/>
                </a:moveTo>
                <a:lnTo>
                  <a:pt x="1234501" y="0"/>
                </a:lnTo>
                <a:lnTo>
                  <a:pt x="1234501" y="2542980"/>
                </a:lnTo>
                <a:lnTo>
                  <a:pt x="0" y="25429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DAHU0o2o8ck</dc:identifier>
  <dcterms:modified xsi:type="dcterms:W3CDTF">2011-08-01T06:04:30Z</dcterms:modified>
  <cp:revision>1</cp:revision>
  <dc:title>Plantify #4</dc:title>
</cp:coreProperties>
</file>